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09b80afb3d488e" /><Relationship Type="http://schemas.openxmlformats.org/officeDocument/2006/relationships/extended-properties" Target="/docProps/app.xml" Id="Re668f9b222aa416d" /><Relationship Type="http://schemas.openxmlformats.org/officeDocument/2006/relationships/officeDocument" Target="/ppt/presentation.xml" Id="R60d81e2ed42f43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aab50150f74c29"/>
  </p:sldMasterIdLst>
  <p:notesMasterIdLst>
    <p:notesMasterId xmlns:r="http://schemas.openxmlformats.org/officeDocument/2006/relationships" r:id="R373d10eb24d04199"/>
  </p:notesMasterIdLst>
  <p:sldIdLst>
    <p:sldId xmlns:r="http://schemas.openxmlformats.org/officeDocument/2006/relationships" id="256" r:id="R0a0e262618a44a44"/>
    <p:sldId xmlns:r="http://schemas.openxmlformats.org/officeDocument/2006/relationships" id="257" r:id="R30773cd08ea243f9"/>
    <p:sldId xmlns:r="http://schemas.openxmlformats.org/officeDocument/2006/relationships" id="258" r:id="R2f6e8cab872b4879"/>
    <p:sldId xmlns:r="http://schemas.openxmlformats.org/officeDocument/2006/relationships" id="259" r:id="R4ab5c907818e42d2"/>
    <p:sldId xmlns:r="http://schemas.openxmlformats.org/officeDocument/2006/relationships" id="260" r:id="Rd70b3f5587924d78"/>
    <p:sldId xmlns:r="http://schemas.openxmlformats.org/officeDocument/2006/relationships" id="261" r:id="Rbc94a57af9284615"/>
    <p:sldId xmlns:r="http://schemas.openxmlformats.org/officeDocument/2006/relationships" id="262" r:id="R2f45c9c44a174e9d"/>
    <p:sldId xmlns:r="http://schemas.openxmlformats.org/officeDocument/2006/relationships" id="263" r:id="Rbc6cc03181834b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df8cee84d04bf9" /><Relationship Type="http://schemas.openxmlformats.org/officeDocument/2006/relationships/slideMaster" Target="/ppt/slideMasters/slideMaster1.xml" Id="Rb1aab50150f74c29" /><Relationship Type="http://schemas.openxmlformats.org/officeDocument/2006/relationships/notesMaster" Target="/ppt/notesMasters/notesMaster1.xml" Id="R373d10eb24d04199" /><Relationship Type="http://schemas.openxmlformats.org/officeDocument/2006/relationships/presProps" Target="/ppt/presProps.xml" Id="R27abc569c9b844ce" /><Relationship Type="http://schemas.openxmlformats.org/officeDocument/2006/relationships/tableStyles" Target="/ppt/tableStyles.xml" Id="R45facb7b26c146d7" /><Relationship Type="http://schemas.openxmlformats.org/officeDocument/2006/relationships/slide" Target="/ppt/slides/slide1.xml" Id="R0a0e262618a44a44" /><Relationship Type="http://schemas.openxmlformats.org/officeDocument/2006/relationships/slide" Target="/ppt/slides/slide2.xml" Id="R30773cd08ea243f9" /><Relationship Type="http://schemas.openxmlformats.org/officeDocument/2006/relationships/slide" Target="/ppt/slides/slide3.xml" Id="R2f6e8cab872b4879" /><Relationship Type="http://schemas.openxmlformats.org/officeDocument/2006/relationships/slide" Target="/ppt/slides/slide4.xml" Id="R4ab5c907818e42d2" /><Relationship Type="http://schemas.openxmlformats.org/officeDocument/2006/relationships/slide" Target="/ppt/slides/slide5.xml" Id="Rd70b3f5587924d78" /><Relationship Type="http://schemas.openxmlformats.org/officeDocument/2006/relationships/slide" Target="/ppt/slides/slide6.xml" Id="Rbc94a57af9284615" /><Relationship Type="http://schemas.openxmlformats.org/officeDocument/2006/relationships/slide" Target="/ppt/slides/slide7.xml" Id="R2f45c9c44a174e9d" /><Relationship Type="http://schemas.openxmlformats.org/officeDocument/2006/relationships/slide" Target="/ppt/slides/slide8.xml" Id="Rbc6cc03181834b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dea7156fd24b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d8b78135ed40da" /><Relationship Type="http://schemas.openxmlformats.org/officeDocument/2006/relationships/notesMaster" Target="/ppt/notesMasters/notesMaster1.xml" Id="R9948f7f77cb04b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a187e47f57470d" /><Relationship Type="http://schemas.openxmlformats.org/officeDocument/2006/relationships/notesMaster" Target="/ppt/notesMasters/notesMaster1.xml" Id="R3ddd1890fa6f4f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c13168a43e41c1" /><Relationship Type="http://schemas.openxmlformats.org/officeDocument/2006/relationships/notesMaster" Target="/ppt/notesMasters/notesMaster1.xml" Id="R4481bd3a6af74f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7e0048d8174e6e" /><Relationship Type="http://schemas.openxmlformats.org/officeDocument/2006/relationships/notesMaster" Target="/ppt/notesMasters/notesMaster1.xml" Id="R6cadbe5c5a3f4d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8b455e8b474bb7" /><Relationship Type="http://schemas.openxmlformats.org/officeDocument/2006/relationships/notesMaster" Target="/ppt/notesMasters/notesMaster1.xml" Id="R87eb5163bc2c4a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d5e5831d504721" /><Relationship Type="http://schemas.openxmlformats.org/officeDocument/2006/relationships/notesMaster" Target="/ppt/notesMasters/notesMaster1.xml" Id="Rae39d68bca614e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33dd2f0b564885" /><Relationship Type="http://schemas.openxmlformats.org/officeDocument/2006/relationships/notesMaster" Target="/ppt/notesMasters/notesMaster1.xml" Id="R266d3d746b8f47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82c9e72ce54e8b" /><Relationship Type="http://schemas.openxmlformats.org/officeDocument/2006/relationships/notesMaster" Target="/ppt/notesMasters/notesMaster1.xml" Id="Rcedf88281fd249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c7e34d27349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3328db1bd4f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ad985635e49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9fda5b729a4a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080b6f1f140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926702f6ab45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052E8C-224D-4A1E-9967-C3FA2AA675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DB5165-C81F-4EA3-BF9F-9C80BBAE29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5F7A64-9BBC-491D-BA34-C5F23EF174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5A65F0-2F6A-41CB-907E-8F39F052F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ABBF30C-08DF-462F-9DB4-C2F3909074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85EBA3-8726-43EE-987D-939321E357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06EA7F-664F-4CE8-AA65-172737A575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6CD7A7-DB61-4768-94DC-D3B45FB083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631419-4931-43E3-B34C-1E2B12F19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5CC45B-D033-4E2A-95F5-4EA385AE37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7fe5125d1e498e" /><Relationship Type="http://schemas.openxmlformats.org/officeDocument/2006/relationships/slideLayout" Target="/ppt/slideLayouts/slideLayout1.xml" Id="R85ae77aa162c4a8e" /><Relationship Type="http://schemas.openxmlformats.org/officeDocument/2006/relationships/slideLayout" Target="/ppt/slideLayouts/slideLayout2.xml" Id="R83e9ce6d5d8d481d" /><Relationship Type="http://schemas.openxmlformats.org/officeDocument/2006/relationships/slideLayout" Target="/ppt/slideLayouts/slideLayout3.xml" Id="R6a1000f0305d4a52" /><Relationship Type="http://schemas.openxmlformats.org/officeDocument/2006/relationships/slideLayout" Target="/ppt/slideLayouts/slideLayout4.xml" Id="Rb0500e77dfe44202" /><Relationship Type="http://schemas.openxmlformats.org/officeDocument/2006/relationships/slideLayout" Target="/ppt/slideLayouts/slideLayout5.xml" Id="Rd21361b4d7c54cfc" /><Relationship Type="http://schemas.openxmlformats.org/officeDocument/2006/relationships/slideLayout" Target="/ppt/slideLayouts/slideLayout6.xml" Id="Rbfc29a6a720748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ae77aa162c4a8e"/>
    <p:sldLayoutId xmlns:r="http://schemas.openxmlformats.org/officeDocument/2006/relationships" id="2147483650" r:id="R83e9ce6d5d8d481d"/>
    <p:sldLayoutId xmlns:r="http://schemas.openxmlformats.org/officeDocument/2006/relationships" id="2147483651" r:id="R6a1000f0305d4a52"/>
    <p:sldLayoutId xmlns:r="http://schemas.openxmlformats.org/officeDocument/2006/relationships" id="2147483652" r:id="Rb0500e77dfe44202"/>
    <p:sldLayoutId xmlns:r="http://schemas.openxmlformats.org/officeDocument/2006/relationships" id="2147483653" r:id="Rd21361b4d7c54cfc"/>
    <p:sldLayoutId xmlns:r="http://schemas.openxmlformats.org/officeDocument/2006/relationships" id="2147483654" r:id="Rbfc29a6a720748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be59ff0d964f0b" /><Relationship Type="http://schemas.openxmlformats.org/officeDocument/2006/relationships/notesSlide" Target="/ppt/notesSlides/notesSlide1.xml" Id="R41b39f2cbe864e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93b3891d7649f4" /><Relationship Type="http://schemas.openxmlformats.org/officeDocument/2006/relationships/image" Target="/ppt/media/image.png" Id="Rfefd6dbd370c4ec4" /><Relationship Type="http://schemas.openxmlformats.org/officeDocument/2006/relationships/notesSlide" Target="/ppt/notesSlides/notesSlide2.xml" Id="R08a7ed27e9f147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05b928c62f48e7" /><Relationship Type="http://schemas.openxmlformats.org/officeDocument/2006/relationships/image" Target="/ppt/media/image2.png" Id="R6b0d4ecc88d2402d" /><Relationship Type="http://schemas.openxmlformats.org/officeDocument/2006/relationships/notesSlide" Target="/ppt/notesSlides/notesSlide3.xml" Id="R12b80bdfa0db4a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789bfb4b914e6a" /><Relationship Type="http://schemas.openxmlformats.org/officeDocument/2006/relationships/image" Target="/ppt/media/image3.png" Id="R2b4bec71b2e246d5" /><Relationship Type="http://schemas.openxmlformats.org/officeDocument/2006/relationships/notesSlide" Target="/ppt/notesSlides/notesSlide4.xml" Id="Rb9820a2a725442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50b9c62d7b4482" /><Relationship Type="http://schemas.openxmlformats.org/officeDocument/2006/relationships/image" Target="/ppt/media/image4.png" Id="Ra6d39007b0f448ae" /><Relationship Type="http://schemas.openxmlformats.org/officeDocument/2006/relationships/image" Target="/ppt/media/image5.png" Id="R62c8f11b769246bd" /><Relationship Type="http://schemas.openxmlformats.org/officeDocument/2006/relationships/notesSlide" Target="/ppt/notesSlides/notesSlide5.xml" Id="R1b6c785ed26f49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341a61aa64999" /><Relationship Type="http://schemas.openxmlformats.org/officeDocument/2006/relationships/notesSlide" Target="/ppt/notesSlides/notesSlide6.xml" Id="R67ed33ff0a7f46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d9d3b6229f408c" /><Relationship Type="http://schemas.openxmlformats.org/officeDocument/2006/relationships/notesSlide" Target="/ppt/notesSlides/notesSlide7.xml" Id="R4c25c6a4d57d49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43c781b9414bbf" /><Relationship Type="http://schemas.openxmlformats.org/officeDocument/2006/relationships/notesSlide" Target="/ppt/notesSlides/notesSlide8.xml" Id="R85ca8b22f9e043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31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9E4F5-556C-41CE-87D9-F5AEFA15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8FD8FF"/>
                </a:solidFill>
              </a:defRPr>
            </a:defPPr>
            <a:lvl1pPr algn="l">
              <a:defRPr sz="1350" b="1" i="0">
                <a:solidFill>
                  <a:srgbClr val="8FD8FF"/>
                </a:solidFill>
              </a:defRPr>
            </a:lvl1pPr>
            <a:lvl2pPr algn="l">
              <a:defRPr sz="1350" b="1" i="0">
                <a:solidFill>
                  <a:srgbClr val="8FD8FF"/>
                </a:solidFill>
              </a:defRPr>
            </a:lvl2pPr>
            <a:lvl3pPr algn="l">
              <a:defRPr sz="1350" b="1" i="0">
                <a:solidFill>
                  <a:srgbClr val="8FD8FF"/>
                </a:solidFill>
              </a:defRPr>
            </a:lvl3pPr>
            <a:lvl4pPr algn="l">
              <a:defRPr sz="1350" b="1" i="0">
                <a:solidFill>
                  <a:srgbClr val="8FD8FF"/>
                </a:solidFill>
              </a:defRPr>
            </a:lvl4pPr>
            <a:lvl5pPr algn="l">
              <a:defRPr sz="1350" b="1" i="0">
                <a:solidFill>
                  <a:srgbClr val="8FD8FF"/>
                </a:solidFill>
              </a:defRPr>
            </a:lvl5pPr>
            <a:lvl6pPr algn="l">
              <a:defRPr sz="1350" b="1" i="0">
                <a:solidFill>
                  <a:srgbClr val="8FD8FF"/>
                </a:solidFill>
              </a:defRPr>
            </a:lvl6pPr>
            <a:lvl7pPr algn="l">
              <a:defRPr sz="1350" b="1" i="0">
                <a:solidFill>
                  <a:srgbClr val="8FD8FF"/>
                </a:solidFill>
              </a:defRPr>
            </a:lvl7pPr>
            <a:lvl8pPr algn="l">
              <a:defRPr sz="1350" b="1" i="0">
                <a:solidFill>
                  <a:srgbClr val="8FD8FF"/>
                </a:solidFill>
              </a:defRPr>
            </a:lvl8pPr>
            <a:lvl9pPr algn="l">
              <a:defRPr sz="1350" b="1" i="0">
                <a:solidFill>
                  <a:srgbClr val="8FD8FF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8FD8FF"/>
                </a:solidFill>
              </a:defRPr>
            </a:pPr>
            <a:r>
              <a:rPr sz="1350" b="1" i="0">
                <a:solidFill>
                  <a:srgbClr val="8FD8FF"/>
                </a:solidFill>
              </a:rPr>
              <a:t>NEXATECH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5956A-6F65-4F6F-8ADB-5A785098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FFFFFF"/>
                </a:solidFill>
              </a:defRPr>
            </a:defPPr>
            <a:lvl1pPr algn="l">
              <a:defRPr sz="3600" b="1" i="0">
                <a:solidFill>
                  <a:srgbClr val="FFFFFF"/>
                </a:solidFill>
              </a:defRPr>
            </a:lvl1pPr>
            <a:lvl2pPr algn="l">
              <a:defRPr sz="3600" b="1" i="0">
                <a:solidFill>
                  <a:srgbClr val="FFFFFF"/>
                </a:solidFill>
              </a:defRPr>
            </a:lvl2pPr>
            <a:lvl3pPr algn="l">
              <a:defRPr sz="3600" b="1" i="0">
                <a:solidFill>
                  <a:srgbClr val="FFFFFF"/>
                </a:solidFill>
              </a:defRPr>
            </a:lvl3pPr>
            <a:lvl4pPr algn="l">
              <a:defRPr sz="3600" b="1" i="0">
                <a:solidFill>
                  <a:srgbClr val="FFFFFF"/>
                </a:solidFill>
              </a:defRPr>
            </a:lvl4pPr>
            <a:lvl5pPr algn="l">
              <a:defRPr sz="3600" b="1" i="0">
                <a:solidFill>
                  <a:srgbClr val="FFFFFF"/>
                </a:solidFill>
              </a:defRPr>
            </a:lvl5pPr>
            <a:lvl6pPr algn="l">
              <a:defRPr sz="3600" b="1" i="0">
                <a:solidFill>
                  <a:srgbClr val="FFFFFF"/>
                </a:solidFill>
              </a:defRPr>
            </a:lvl6pPr>
            <a:lvl7pPr algn="l">
              <a:defRPr sz="3600" b="1" i="0">
                <a:solidFill>
                  <a:srgbClr val="FFFFFF"/>
                </a:solidFill>
              </a:defRPr>
            </a:lvl7pPr>
            <a:lvl8pPr algn="l">
              <a:defRPr sz="3600" b="1" i="0">
                <a:solidFill>
                  <a:srgbClr val="FFFFFF"/>
                </a:solidFill>
              </a:defRPr>
            </a:lvl8pPr>
            <a:lvl9pPr algn="l">
              <a:defRPr sz="36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School Operations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0AF14-0BAC-455D-B44D-69A29992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0" i="0">
                <a:solidFill>
                  <a:srgbClr val="D7E9F5"/>
                </a:solidFill>
              </a:defRPr>
            </a:defPPr>
            <a:lvl1pPr algn="l">
              <a:defRPr sz="2100" b="0" i="0">
                <a:solidFill>
                  <a:srgbClr val="D7E9F5"/>
                </a:solidFill>
              </a:defRPr>
            </a:lvl1pPr>
            <a:lvl2pPr algn="l">
              <a:defRPr sz="2100" b="0" i="0">
                <a:solidFill>
                  <a:srgbClr val="D7E9F5"/>
                </a:solidFill>
              </a:defRPr>
            </a:lvl2pPr>
            <a:lvl3pPr algn="l">
              <a:defRPr sz="2100" b="0" i="0">
                <a:solidFill>
                  <a:srgbClr val="D7E9F5"/>
                </a:solidFill>
              </a:defRPr>
            </a:lvl3pPr>
            <a:lvl4pPr algn="l">
              <a:defRPr sz="2100" b="0" i="0">
                <a:solidFill>
                  <a:srgbClr val="D7E9F5"/>
                </a:solidFill>
              </a:defRPr>
            </a:lvl4pPr>
            <a:lvl5pPr algn="l">
              <a:defRPr sz="2100" b="0" i="0">
                <a:solidFill>
                  <a:srgbClr val="D7E9F5"/>
                </a:solidFill>
              </a:defRPr>
            </a:lvl5pPr>
            <a:lvl6pPr algn="l">
              <a:defRPr sz="2100" b="0" i="0">
                <a:solidFill>
                  <a:srgbClr val="D7E9F5"/>
                </a:solidFill>
              </a:defRPr>
            </a:lvl6pPr>
            <a:lvl7pPr algn="l">
              <a:defRPr sz="2100" b="0" i="0">
                <a:solidFill>
                  <a:srgbClr val="D7E9F5"/>
                </a:solidFill>
              </a:defRPr>
            </a:lvl7pPr>
            <a:lvl8pPr algn="l">
              <a:defRPr sz="2100" b="0" i="0">
                <a:solidFill>
                  <a:srgbClr val="D7E9F5"/>
                </a:solidFill>
              </a:defRPr>
            </a:lvl8pPr>
            <a:lvl9pPr algn="l">
              <a:defRPr sz="2100" b="0" i="0">
                <a:solidFill>
                  <a:srgbClr val="D7E9F5"/>
                </a:solidFill>
              </a:defRPr>
            </a:lvl9pPr>
          </a:lstStyle>
          <a:p xmlns:a="http://schemas.openxmlformats.org/drawingml/2006/main">
            <a:pPr algn="l">
              <a:defRPr sz="2100" b="0" i="0">
                <a:solidFill>
                  <a:srgbClr val="D7E9F5"/>
                </a:solidFill>
              </a:defRPr>
            </a:pPr>
            <a:r>
              <a:rPr sz="2100" b="0" i="0">
                <a:solidFill>
                  <a:srgbClr val="D7E9F5"/>
                </a:solidFill>
              </a:rPr>
              <a:t>School onboarding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67BFB-19EE-4765-B87C-693BE413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B9D0E0"/>
                </a:solidFill>
              </a:defRPr>
            </a:defPPr>
            <a:lvl1pPr algn="l">
              <a:defRPr sz="1575" b="0" i="0">
                <a:solidFill>
                  <a:srgbClr val="B9D0E0"/>
                </a:solidFill>
              </a:defRPr>
            </a:lvl1pPr>
            <a:lvl2pPr algn="l">
              <a:defRPr sz="1575" b="0" i="0">
                <a:solidFill>
                  <a:srgbClr val="B9D0E0"/>
                </a:solidFill>
              </a:defRPr>
            </a:lvl2pPr>
            <a:lvl3pPr algn="l">
              <a:defRPr sz="1575" b="0" i="0">
                <a:solidFill>
                  <a:srgbClr val="B9D0E0"/>
                </a:solidFill>
              </a:defRPr>
            </a:lvl3pPr>
            <a:lvl4pPr algn="l">
              <a:defRPr sz="1575" b="0" i="0">
                <a:solidFill>
                  <a:srgbClr val="B9D0E0"/>
                </a:solidFill>
              </a:defRPr>
            </a:lvl4pPr>
            <a:lvl5pPr algn="l">
              <a:defRPr sz="1575" b="0" i="0">
                <a:solidFill>
                  <a:srgbClr val="B9D0E0"/>
                </a:solidFill>
              </a:defRPr>
            </a:lvl5pPr>
            <a:lvl6pPr algn="l">
              <a:defRPr sz="1575" b="0" i="0">
                <a:solidFill>
                  <a:srgbClr val="B9D0E0"/>
                </a:solidFill>
              </a:defRPr>
            </a:lvl6pPr>
            <a:lvl7pPr algn="l">
              <a:defRPr sz="1575" b="0" i="0">
                <a:solidFill>
                  <a:srgbClr val="B9D0E0"/>
                </a:solidFill>
              </a:defRPr>
            </a:lvl7pPr>
            <a:lvl8pPr algn="l">
              <a:defRPr sz="1575" b="0" i="0">
                <a:solidFill>
                  <a:srgbClr val="B9D0E0"/>
                </a:solidFill>
              </a:defRPr>
            </a:lvl8pPr>
            <a:lvl9pPr algn="l">
              <a:defRPr sz="1575" b="0" i="0">
                <a:solidFill>
                  <a:srgbClr val="B9D0E0"/>
                </a:solidFill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B9D0E0"/>
                </a:solidFill>
              </a:defRPr>
            </a:pPr>
            <a:r>
              <a:rPr sz="1575" b="0" i="0">
                <a:solidFill>
                  <a:srgbClr val="B9D0E0"/>
                </a:solidFill>
              </a:rPr>
              <a:t>A 30 day pilot focused on student records, marks, results, attendance, and controlled school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E8FB7-6D55-49C3-889D-45DB4DB5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8FB0C6"/>
                </a:solidFill>
              </a:defRPr>
            </a:defPPr>
            <a:lvl1pPr algn="l">
              <a:defRPr sz="1050" b="0" i="0">
                <a:solidFill>
                  <a:srgbClr val="8FB0C6"/>
                </a:solidFill>
              </a:defRPr>
            </a:lvl1pPr>
            <a:lvl2pPr algn="l">
              <a:defRPr sz="1050" b="0" i="0">
                <a:solidFill>
                  <a:srgbClr val="8FB0C6"/>
                </a:solidFill>
              </a:defRPr>
            </a:lvl2pPr>
            <a:lvl3pPr algn="l">
              <a:defRPr sz="1050" b="0" i="0">
                <a:solidFill>
                  <a:srgbClr val="8FB0C6"/>
                </a:solidFill>
              </a:defRPr>
            </a:lvl3pPr>
            <a:lvl4pPr algn="l">
              <a:defRPr sz="1050" b="0" i="0">
                <a:solidFill>
                  <a:srgbClr val="8FB0C6"/>
                </a:solidFill>
              </a:defRPr>
            </a:lvl4pPr>
            <a:lvl5pPr algn="l">
              <a:defRPr sz="1050" b="0" i="0">
                <a:solidFill>
                  <a:srgbClr val="8FB0C6"/>
                </a:solidFill>
              </a:defRPr>
            </a:lvl5pPr>
            <a:lvl6pPr algn="l">
              <a:defRPr sz="1050" b="0" i="0">
                <a:solidFill>
                  <a:srgbClr val="8FB0C6"/>
                </a:solidFill>
              </a:defRPr>
            </a:lvl6pPr>
            <a:lvl7pPr algn="l">
              <a:defRPr sz="1050" b="0" i="0">
                <a:solidFill>
                  <a:srgbClr val="8FB0C6"/>
                </a:solidFill>
              </a:defRPr>
            </a:lvl7pPr>
            <a:lvl8pPr algn="l">
              <a:defRPr sz="1050" b="0" i="0">
                <a:solidFill>
                  <a:srgbClr val="8FB0C6"/>
                </a:solidFill>
              </a:defRPr>
            </a:lvl8pPr>
            <a:lvl9pPr algn="l">
              <a:defRPr sz="1050" b="0" i="0">
                <a:solidFill>
                  <a:srgbClr val="8FB0C6"/>
                </a:solidFill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8FB0C6"/>
                </a:solidFill>
              </a:defRPr>
            </a:pPr>
            <a:r>
              <a:rPr sz="1050" b="0" i="0">
                <a:solidFill>
                  <a:srgbClr val="8FB0C6"/>
                </a:solidFill>
              </a:rPr>
              <a:t>Prepared 21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43130-65C8-44D9-B78F-931A13FA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4300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9B5"/>
          </a:solidFill>
          <a:ln xmlns:a="http://schemas.openxmlformats.org/drawingml/2006/main" w="0">
            <a:solidFill>
              <a:srgbClr val="2E89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A7301-68D0-44EA-AF65-699A0C3F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24000"/>
            <a:ext cx="1714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B59A"/>
          </a:solidFill>
          <a:ln xmlns:a="http://schemas.openxmlformats.org/drawingml/2006/main" w="0">
            <a:solidFill>
              <a:srgbClr val="4AB59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0526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33E4B-4F86-42C7-A5B3-59EFBAE4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0F315D"/>
                </a:solidFill>
              </a:defRPr>
            </a:defPPr>
            <a:lvl1pPr algn="l">
              <a:defRPr sz="2400" b="1" i="0">
                <a:solidFill>
                  <a:srgbClr val="0F315D"/>
                </a:solidFill>
              </a:defRPr>
            </a:lvl1pPr>
            <a:lvl2pPr algn="l">
              <a:defRPr sz="2400" b="1" i="0">
                <a:solidFill>
                  <a:srgbClr val="0F315D"/>
                </a:solidFill>
              </a:defRPr>
            </a:lvl2pPr>
            <a:lvl3pPr algn="l">
              <a:defRPr sz="2400" b="1" i="0">
                <a:solidFill>
                  <a:srgbClr val="0F315D"/>
                </a:solidFill>
              </a:defRPr>
            </a:lvl3pPr>
            <a:lvl4pPr algn="l">
              <a:defRPr sz="2400" b="1" i="0">
                <a:solidFill>
                  <a:srgbClr val="0F315D"/>
                </a:solidFill>
              </a:defRPr>
            </a:lvl4pPr>
            <a:lvl5pPr algn="l">
              <a:defRPr sz="2400" b="1" i="0">
                <a:solidFill>
                  <a:srgbClr val="0F315D"/>
                </a:solidFill>
              </a:defRPr>
            </a:lvl5pPr>
            <a:lvl6pPr algn="l">
              <a:defRPr sz="2400" b="1" i="0">
                <a:solidFill>
                  <a:srgbClr val="0F315D"/>
                </a:solidFill>
              </a:defRPr>
            </a:lvl6pPr>
            <a:lvl7pPr algn="l">
              <a:defRPr sz="2400" b="1" i="0">
                <a:solidFill>
                  <a:srgbClr val="0F315D"/>
                </a:solidFill>
              </a:defRPr>
            </a:lvl7pPr>
            <a:lvl8pPr algn="l">
              <a:defRPr sz="2400" b="1" i="0">
                <a:solidFill>
                  <a:srgbClr val="0F315D"/>
                </a:solidFill>
              </a:defRPr>
            </a:lvl8pPr>
            <a:lvl9pPr algn="l">
              <a:defRPr sz="24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0F315D"/>
                </a:solidFill>
              </a:defRPr>
            </a:pPr>
            <a:r>
              <a:rPr sz="2400" b="1" i="0">
                <a:solidFill>
                  <a:srgbClr val="0F315D"/>
                </a:solidFill>
              </a:rPr>
              <a:t>What the system is about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E911A-1E51-46A3-B001-0E22E747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defRPr sz="1275" b="0" i="0">
                <a:solidFill>
                  <a:srgbClr val="5D6873"/>
                </a:solidFill>
              </a:defRPr>
            </a:lvl1pPr>
            <a:lvl2pPr algn="l">
              <a:defRPr sz="1275" b="0" i="0">
                <a:solidFill>
                  <a:srgbClr val="5D6873"/>
                </a:solidFill>
              </a:defRPr>
            </a:lvl2pPr>
            <a:lvl3pPr algn="l">
              <a:defRPr sz="1275" b="0" i="0">
                <a:solidFill>
                  <a:srgbClr val="5D6873"/>
                </a:solidFill>
              </a:defRPr>
            </a:lvl3pPr>
            <a:lvl4pPr algn="l">
              <a:defRPr sz="1275" b="0" i="0">
                <a:solidFill>
                  <a:srgbClr val="5D6873"/>
                </a:solidFill>
              </a:defRPr>
            </a:lvl4pPr>
            <a:lvl5pPr algn="l">
              <a:defRPr sz="1275" b="0" i="0">
                <a:solidFill>
                  <a:srgbClr val="5D6873"/>
                </a:solidFill>
              </a:defRPr>
            </a:lvl5pPr>
            <a:lvl6pPr algn="l">
              <a:defRPr sz="1275" b="0" i="0">
                <a:solidFill>
                  <a:srgbClr val="5D6873"/>
                </a:solidFill>
              </a:defRPr>
            </a:lvl6pPr>
            <a:lvl7pPr algn="l">
              <a:defRPr sz="1275" b="0" i="0">
                <a:solidFill>
                  <a:srgbClr val="5D6873"/>
                </a:solidFill>
              </a:defRPr>
            </a:lvl7pPr>
            <a:lvl8pPr algn="l">
              <a:defRPr sz="1275" b="0" i="0">
                <a:solidFill>
                  <a:srgbClr val="5D6873"/>
                </a:solidFill>
              </a:defRPr>
            </a:lvl8pPr>
            <a:lvl9pPr algn="l"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One connected workspace for routine school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9AD5F-E091-4FA0-B88B-82D58FF7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 i="0">
                <a:solidFill>
                  <a:srgbClr val="0B6FA4"/>
                </a:solidFill>
              </a:defRPr>
            </a:defPPr>
            <a:lvl1pPr algn="r">
              <a:defRPr sz="1125" b="1" i="0">
                <a:solidFill>
                  <a:srgbClr val="0B6FA4"/>
                </a:solidFill>
              </a:defRPr>
            </a:lvl1pPr>
            <a:lvl2pPr algn="r">
              <a:defRPr sz="1125" b="1" i="0">
                <a:solidFill>
                  <a:srgbClr val="0B6FA4"/>
                </a:solidFill>
              </a:defRPr>
            </a:lvl2pPr>
            <a:lvl3pPr algn="r">
              <a:defRPr sz="1125" b="1" i="0">
                <a:solidFill>
                  <a:srgbClr val="0B6FA4"/>
                </a:solidFill>
              </a:defRPr>
            </a:lvl3pPr>
            <a:lvl4pPr algn="r">
              <a:defRPr sz="1125" b="1" i="0">
                <a:solidFill>
                  <a:srgbClr val="0B6FA4"/>
                </a:solidFill>
              </a:defRPr>
            </a:lvl4pPr>
            <a:lvl5pPr algn="r">
              <a:defRPr sz="1125" b="1" i="0">
                <a:solidFill>
                  <a:srgbClr val="0B6FA4"/>
                </a:solidFill>
              </a:defRPr>
            </a:lvl5pPr>
            <a:lvl6pPr algn="r">
              <a:defRPr sz="1125" b="1" i="0">
                <a:solidFill>
                  <a:srgbClr val="0B6FA4"/>
                </a:solidFill>
              </a:defRPr>
            </a:lvl6pPr>
            <a:lvl7pPr algn="r">
              <a:defRPr sz="1125" b="1" i="0">
                <a:solidFill>
                  <a:srgbClr val="0B6FA4"/>
                </a:solidFill>
              </a:defRPr>
            </a:lvl7pPr>
            <a:lvl8pPr algn="r">
              <a:defRPr sz="1125" b="1" i="0">
                <a:solidFill>
                  <a:srgbClr val="0B6FA4"/>
                </a:solidFill>
              </a:defRPr>
            </a:lvl8pPr>
            <a:lvl9pPr algn="r">
              <a:defRPr sz="1125" b="1" i="0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defRPr sz="1125" b="1" i="0">
                <a:solidFill>
                  <a:srgbClr val="0B6FA4"/>
                </a:solidFill>
              </a:defRPr>
            </a:pPr>
            <a:r>
              <a:rPr sz="1125" b="1" i="0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27BCD-C320-4929-90C7-5E1B750E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C13FA-3B4B-4B54-A065-414072A8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4857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13202C"/>
                </a:solidFill>
              </a:defRPr>
            </a:defPPr>
            <a:lvl1pPr algn="l">
              <a:defRPr sz="1875" b="1" i="0">
                <a:solidFill>
                  <a:srgbClr val="13202C"/>
                </a:solidFill>
              </a:defRPr>
            </a:lvl1pPr>
            <a:lvl2pPr algn="l">
              <a:defRPr sz="1875" b="1" i="0">
                <a:solidFill>
                  <a:srgbClr val="13202C"/>
                </a:solidFill>
              </a:defRPr>
            </a:lvl2pPr>
            <a:lvl3pPr algn="l">
              <a:defRPr sz="1875" b="1" i="0">
                <a:solidFill>
                  <a:srgbClr val="13202C"/>
                </a:solidFill>
              </a:defRPr>
            </a:lvl3pPr>
            <a:lvl4pPr algn="l">
              <a:defRPr sz="1875" b="1" i="0">
                <a:solidFill>
                  <a:srgbClr val="13202C"/>
                </a:solidFill>
              </a:defRPr>
            </a:lvl4pPr>
            <a:lvl5pPr algn="l">
              <a:defRPr sz="1875" b="1" i="0">
                <a:solidFill>
                  <a:srgbClr val="13202C"/>
                </a:solidFill>
              </a:defRPr>
            </a:lvl5pPr>
            <a:lvl6pPr algn="l">
              <a:defRPr sz="1875" b="1" i="0">
                <a:solidFill>
                  <a:srgbClr val="13202C"/>
                </a:solidFill>
              </a:defRPr>
            </a:lvl6pPr>
            <a:lvl7pPr algn="l">
              <a:defRPr sz="1875" b="1" i="0">
                <a:solidFill>
                  <a:srgbClr val="13202C"/>
                </a:solidFill>
              </a:defRPr>
            </a:lvl7pPr>
            <a:lvl8pPr algn="l">
              <a:defRPr sz="1875" b="1" i="0">
                <a:solidFill>
                  <a:srgbClr val="13202C"/>
                </a:solidFill>
              </a:defRPr>
            </a:lvl8pPr>
            <a:lvl9pPr algn="l">
              <a:defRPr sz="1875" b="1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13202C"/>
                </a:solidFill>
              </a:defRPr>
            </a:pPr>
            <a:r>
              <a:rPr sz="1875" b="1" i="0">
                <a:solidFill>
                  <a:srgbClr val="13202C"/>
                </a:solidFill>
              </a:rPr>
              <a:t>Nexatech helps a school capture information once, keep it under controlled access, and retrieve it when staff or families need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0CDDD-2692-43D4-A214-DEC65A59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defRPr sz="1350" b="1" i="0">
                <a:solidFill>
                  <a:srgbClr val="0F315D"/>
                </a:solidFill>
              </a:defRPr>
            </a:lvl1pPr>
            <a:lvl2pPr algn="l">
              <a:defRPr sz="1350" b="1" i="0">
                <a:solidFill>
                  <a:srgbClr val="0F315D"/>
                </a:solidFill>
              </a:defRPr>
            </a:lvl2pPr>
            <a:lvl3pPr algn="l">
              <a:defRPr sz="1350" b="1" i="0">
                <a:solidFill>
                  <a:srgbClr val="0F315D"/>
                </a:solidFill>
              </a:defRPr>
            </a:lvl3pPr>
            <a:lvl4pPr algn="l">
              <a:defRPr sz="1350" b="1" i="0">
                <a:solidFill>
                  <a:srgbClr val="0F315D"/>
                </a:solidFill>
              </a:defRPr>
            </a:lvl4pPr>
            <a:lvl5pPr algn="l">
              <a:defRPr sz="1350" b="1" i="0">
                <a:solidFill>
                  <a:srgbClr val="0F315D"/>
                </a:solidFill>
              </a:defRPr>
            </a:lvl5pPr>
            <a:lvl6pPr algn="l">
              <a:defRPr sz="1350" b="1" i="0">
                <a:solidFill>
                  <a:srgbClr val="0F315D"/>
                </a:solidFill>
              </a:defRPr>
            </a:lvl6pPr>
            <a:lvl7pPr algn="l">
              <a:defRPr sz="1350" b="1" i="0">
                <a:solidFill>
                  <a:srgbClr val="0F315D"/>
                </a:solidFill>
              </a:defRPr>
            </a:lvl7pPr>
            <a:lvl8pPr algn="l">
              <a:defRPr sz="1350" b="1" i="0">
                <a:solidFill>
                  <a:srgbClr val="0F315D"/>
                </a:solidFill>
              </a:defRPr>
            </a:lvl8pPr>
            <a:lvl9pPr algn="l"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Faster daily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A24CD-6154-4B15-B74F-9E708F7F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defRPr sz="1200" b="0" i="0">
                <a:solidFill>
                  <a:srgbClr val="5D6873"/>
                </a:solidFill>
              </a:defRPr>
            </a:lvl1pPr>
            <a:lvl2pPr algn="l">
              <a:defRPr sz="1200" b="0" i="0">
                <a:solidFill>
                  <a:srgbClr val="5D6873"/>
                </a:solidFill>
              </a:defRPr>
            </a:lvl2pPr>
            <a:lvl3pPr algn="l">
              <a:defRPr sz="1200" b="0" i="0">
                <a:solidFill>
                  <a:srgbClr val="5D6873"/>
                </a:solidFill>
              </a:defRPr>
            </a:lvl3pPr>
            <a:lvl4pPr algn="l">
              <a:defRPr sz="1200" b="0" i="0">
                <a:solidFill>
                  <a:srgbClr val="5D6873"/>
                </a:solidFill>
              </a:defRPr>
            </a:lvl4pPr>
            <a:lvl5pPr algn="l">
              <a:defRPr sz="1200" b="0" i="0">
                <a:solidFill>
                  <a:srgbClr val="5D6873"/>
                </a:solidFill>
              </a:defRPr>
            </a:lvl5pPr>
            <a:lvl6pPr algn="l">
              <a:defRPr sz="1200" b="0" i="0">
                <a:solidFill>
                  <a:srgbClr val="5D6873"/>
                </a:solidFill>
              </a:defRPr>
            </a:lvl6pPr>
            <a:lvl7pPr algn="l">
              <a:defRPr sz="1200" b="0" i="0">
                <a:solidFill>
                  <a:srgbClr val="5D6873"/>
                </a:solidFill>
              </a:defRPr>
            </a:lvl7pPr>
            <a:lvl8pPr algn="l">
              <a:defRPr sz="1200" b="0" i="0">
                <a:solidFill>
                  <a:srgbClr val="5D6873"/>
                </a:solidFill>
              </a:defRPr>
            </a:lvl8pPr>
            <a:lvl9pPr algn="l"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Registers, marks, results, invoices, and school records stay in one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BF5A5-245E-4A66-A121-3B795648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defRPr sz="1350" b="1" i="0">
                <a:solidFill>
                  <a:srgbClr val="0F315D"/>
                </a:solidFill>
              </a:defRPr>
            </a:lvl1pPr>
            <a:lvl2pPr algn="l">
              <a:defRPr sz="1350" b="1" i="0">
                <a:solidFill>
                  <a:srgbClr val="0F315D"/>
                </a:solidFill>
              </a:defRPr>
            </a:lvl2pPr>
            <a:lvl3pPr algn="l">
              <a:defRPr sz="1350" b="1" i="0">
                <a:solidFill>
                  <a:srgbClr val="0F315D"/>
                </a:solidFill>
              </a:defRPr>
            </a:lvl3pPr>
            <a:lvl4pPr algn="l">
              <a:defRPr sz="1350" b="1" i="0">
                <a:solidFill>
                  <a:srgbClr val="0F315D"/>
                </a:solidFill>
              </a:defRPr>
            </a:lvl4pPr>
            <a:lvl5pPr algn="l">
              <a:defRPr sz="1350" b="1" i="0">
                <a:solidFill>
                  <a:srgbClr val="0F315D"/>
                </a:solidFill>
              </a:defRPr>
            </a:lvl5pPr>
            <a:lvl6pPr algn="l">
              <a:defRPr sz="1350" b="1" i="0">
                <a:solidFill>
                  <a:srgbClr val="0F315D"/>
                </a:solidFill>
              </a:defRPr>
            </a:lvl6pPr>
            <a:lvl7pPr algn="l">
              <a:defRPr sz="1350" b="1" i="0">
                <a:solidFill>
                  <a:srgbClr val="0F315D"/>
                </a:solidFill>
              </a:defRPr>
            </a:lvl7pPr>
            <a:lvl8pPr algn="l">
              <a:defRPr sz="1350" b="1" i="0">
                <a:solidFill>
                  <a:srgbClr val="0F315D"/>
                </a:solidFill>
              </a:defRPr>
            </a:lvl8pPr>
            <a:lvl9pPr algn="l"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Clear responsibility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99740-709B-4976-BC1D-62FC7458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defRPr sz="1200" b="0" i="0">
                <a:solidFill>
                  <a:srgbClr val="5D6873"/>
                </a:solidFill>
              </a:defRPr>
            </a:lvl1pPr>
            <a:lvl2pPr algn="l">
              <a:defRPr sz="1200" b="0" i="0">
                <a:solidFill>
                  <a:srgbClr val="5D6873"/>
                </a:solidFill>
              </a:defRPr>
            </a:lvl2pPr>
            <a:lvl3pPr algn="l">
              <a:defRPr sz="1200" b="0" i="0">
                <a:solidFill>
                  <a:srgbClr val="5D6873"/>
                </a:solidFill>
              </a:defRPr>
            </a:lvl3pPr>
            <a:lvl4pPr algn="l">
              <a:defRPr sz="1200" b="0" i="0">
                <a:solidFill>
                  <a:srgbClr val="5D6873"/>
                </a:solidFill>
              </a:defRPr>
            </a:lvl4pPr>
            <a:lvl5pPr algn="l">
              <a:defRPr sz="1200" b="0" i="0">
                <a:solidFill>
                  <a:srgbClr val="5D6873"/>
                </a:solidFill>
              </a:defRPr>
            </a:lvl5pPr>
            <a:lvl6pPr algn="l">
              <a:defRPr sz="1200" b="0" i="0">
                <a:solidFill>
                  <a:srgbClr val="5D6873"/>
                </a:solidFill>
              </a:defRPr>
            </a:lvl6pPr>
            <a:lvl7pPr algn="l">
              <a:defRPr sz="1200" b="0" i="0">
                <a:solidFill>
                  <a:srgbClr val="5D6873"/>
                </a:solidFill>
              </a:defRPr>
            </a:lvl7pPr>
            <a:lvl8pPr algn="l">
              <a:defRPr sz="1200" b="0" i="0">
                <a:solidFill>
                  <a:srgbClr val="5D6873"/>
                </a:solidFill>
              </a:defRPr>
            </a:lvl8pPr>
            <a:lvl9pPr algn="l"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Role based access separates administration, teaching, finance, and parent views.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E0480-AF1B-4135-BA8C-51A8DA42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defRPr sz="1350" b="1" i="0">
                <a:solidFill>
                  <a:srgbClr val="0F315D"/>
                </a:solidFill>
              </a:defRPr>
            </a:lvl1pPr>
            <a:lvl2pPr algn="l">
              <a:defRPr sz="1350" b="1" i="0">
                <a:solidFill>
                  <a:srgbClr val="0F315D"/>
                </a:solidFill>
              </a:defRPr>
            </a:lvl2pPr>
            <a:lvl3pPr algn="l">
              <a:defRPr sz="1350" b="1" i="0">
                <a:solidFill>
                  <a:srgbClr val="0F315D"/>
                </a:solidFill>
              </a:defRPr>
            </a:lvl3pPr>
            <a:lvl4pPr algn="l">
              <a:defRPr sz="1350" b="1" i="0">
                <a:solidFill>
                  <a:srgbClr val="0F315D"/>
                </a:solidFill>
              </a:defRPr>
            </a:lvl4pPr>
            <a:lvl5pPr algn="l">
              <a:defRPr sz="1350" b="1" i="0">
                <a:solidFill>
                  <a:srgbClr val="0F315D"/>
                </a:solidFill>
              </a:defRPr>
            </a:lvl5pPr>
            <a:lvl6pPr algn="l">
              <a:defRPr sz="1350" b="1" i="0">
                <a:solidFill>
                  <a:srgbClr val="0F315D"/>
                </a:solidFill>
              </a:defRPr>
            </a:lvl6pPr>
            <a:lvl7pPr algn="l">
              <a:defRPr sz="1350" b="1" i="0">
                <a:solidFill>
                  <a:srgbClr val="0F315D"/>
                </a:solidFill>
              </a:defRPr>
            </a:lvl7pPr>
            <a:lvl8pPr algn="l">
              <a:defRPr sz="1350" b="1" i="0">
                <a:solidFill>
                  <a:srgbClr val="0F315D"/>
                </a:solidFill>
              </a:defRPr>
            </a:lvl8pPr>
            <a:lvl9pPr algn="l"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Reliable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7B242-E838-4406-BA70-2CEBB2C2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defRPr sz="1200" b="0" i="0">
                <a:solidFill>
                  <a:srgbClr val="5D6873"/>
                </a:solidFill>
              </a:defRPr>
            </a:lvl1pPr>
            <a:lvl2pPr algn="l">
              <a:defRPr sz="1200" b="0" i="0">
                <a:solidFill>
                  <a:srgbClr val="5D6873"/>
                </a:solidFill>
              </a:defRPr>
            </a:lvl2pPr>
            <a:lvl3pPr algn="l">
              <a:defRPr sz="1200" b="0" i="0">
                <a:solidFill>
                  <a:srgbClr val="5D6873"/>
                </a:solidFill>
              </a:defRPr>
            </a:lvl3pPr>
            <a:lvl4pPr algn="l">
              <a:defRPr sz="1200" b="0" i="0">
                <a:solidFill>
                  <a:srgbClr val="5D6873"/>
                </a:solidFill>
              </a:defRPr>
            </a:lvl4pPr>
            <a:lvl5pPr algn="l">
              <a:defRPr sz="1200" b="0" i="0">
                <a:solidFill>
                  <a:srgbClr val="5D6873"/>
                </a:solidFill>
              </a:defRPr>
            </a:lvl5pPr>
            <a:lvl6pPr algn="l">
              <a:defRPr sz="1200" b="0" i="0">
                <a:solidFill>
                  <a:srgbClr val="5D6873"/>
                </a:solidFill>
              </a:defRPr>
            </a:lvl6pPr>
            <a:lvl7pPr algn="l">
              <a:defRPr sz="1200" b="0" i="0">
                <a:solidFill>
                  <a:srgbClr val="5D6873"/>
                </a:solidFill>
              </a:defRPr>
            </a:lvl7pPr>
            <a:lvl8pPr algn="l">
              <a:defRPr sz="1200" b="0" i="0">
                <a:solidFill>
                  <a:srgbClr val="5D6873"/>
                </a:solidFill>
              </a:defRPr>
            </a:lvl8pPr>
            <a:lvl9pPr algn="l"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Validation, audit history, backups, and managed hosting protect the school record.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82BC3-687A-47C9-AF76-F3E10DDEFE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d6dbd370c4ec4"/>
          <a:stretch xmlns:a="http://schemas.openxmlformats.org/drawingml/2006/main"/>
        </p:blipFill>
        <p:spPr>
          <a:xfrm xmlns:a="http://schemas.openxmlformats.org/drawingml/2006/main">
            <a:off x="5905500" y="1644253"/>
            <a:ext cx="5619750" cy="3512344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52745-4A18-4623-9F65-15555EEE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14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defRPr sz="900" b="0" i="0">
                <a:solidFill>
                  <a:srgbClr val="5D6873"/>
                </a:solidFill>
              </a:defRPr>
            </a:lvl1pPr>
            <a:lvl2pPr algn="r">
              <a:defRPr sz="900" b="0" i="0">
                <a:solidFill>
                  <a:srgbClr val="5D6873"/>
                </a:solidFill>
              </a:defRPr>
            </a:lvl2pPr>
            <a:lvl3pPr algn="r">
              <a:defRPr sz="900" b="0" i="0">
                <a:solidFill>
                  <a:srgbClr val="5D6873"/>
                </a:solidFill>
              </a:defRPr>
            </a:lvl3pPr>
            <a:lvl4pPr algn="r">
              <a:defRPr sz="900" b="0" i="0">
                <a:solidFill>
                  <a:srgbClr val="5D6873"/>
                </a:solidFill>
              </a:defRPr>
            </a:lvl4pPr>
            <a:lvl5pPr algn="r">
              <a:defRPr sz="900" b="0" i="0">
                <a:solidFill>
                  <a:srgbClr val="5D6873"/>
                </a:solidFill>
              </a:defRPr>
            </a:lvl5pPr>
            <a:lvl6pPr algn="r">
              <a:defRPr sz="900" b="0" i="0">
                <a:solidFill>
                  <a:srgbClr val="5D6873"/>
                </a:solidFill>
              </a:defRPr>
            </a:lvl6pPr>
            <a:lvl7pPr algn="r">
              <a:defRPr sz="900" b="0" i="0">
                <a:solidFill>
                  <a:srgbClr val="5D6873"/>
                </a:solidFill>
              </a:defRPr>
            </a:lvl7pPr>
            <a:lvl8pPr algn="r">
              <a:defRPr sz="900" b="0" i="0">
                <a:solidFill>
                  <a:srgbClr val="5D6873"/>
                </a:solidFill>
              </a:defRPr>
            </a:lvl8pPr>
            <a:lvl9pPr algn="r"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Synthetic Greenwood Academy demonstration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34ADC-8600-4794-BF4A-95F8B6FB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defRPr sz="900" b="0" i="0">
                <a:solidFill>
                  <a:srgbClr val="5D6873"/>
                </a:solidFill>
              </a:defRPr>
            </a:lvl1pPr>
            <a:lvl2pPr algn="r">
              <a:defRPr sz="900" b="0" i="0">
                <a:solidFill>
                  <a:srgbClr val="5D6873"/>
                </a:solidFill>
              </a:defRPr>
            </a:lvl2pPr>
            <a:lvl3pPr algn="r">
              <a:defRPr sz="900" b="0" i="0">
                <a:solidFill>
                  <a:srgbClr val="5D6873"/>
                </a:solidFill>
              </a:defRPr>
            </a:lvl3pPr>
            <a:lvl4pPr algn="r">
              <a:defRPr sz="900" b="0" i="0">
                <a:solidFill>
                  <a:srgbClr val="5D6873"/>
                </a:solidFill>
              </a:defRPr>
            </a:lvl4pPr>
            <a:lvl5pPr algn="r">
              <a:defRPr sz="900" b="0" i="0">
                <a:solidFill>
                  <a:srgbClr val="5D6873"/>
                </a:solidFill>
              </a:defRPr>
            </a:lvl5pPr>
            <a:lvl6pPr algn="r">
              <a:defRPr sz="900" b="0" i="0">
                <a:solidFill>
                  <a:srgbClr val="5D6873"/>
                </a:solidFill>
              </a:defRPr>
            </a:lvl6pPr>
            <a:lvl7pPr algn="r">
              <a:defRPr sz="900" b="0" i="0">
                <a:solidFill>
                  <a:srgbClr val="5D6873"/>
                </a:solidFill>
              </a:defRPr>
            </a:lvl7pPr>
            <a:lvl8pPr algn="r">
              <a:defRPr sz="900" b="0" i="0">
                <a:solidFill>
                  <a:srgbClr val="5D6873"/>
                </a:solidFill>
              </a:defRPr>
            </a:lvl8pPr>
            <a:lvl9pPr algn="r"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386333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7B440-33B4-4E13-92A6-392559C6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0F315D"/>
                </a:solidFill>
              </a:defRPr>
            </a:defPPr>
            <a:lvl1pPr algn="l">
              <a:defRPr sz="2400" b="1" i="0">
                <a:solidFill>
                  <a:srgbClr val="0F315D"/>
                </a:solidFill>
              </a:defRPr>
            </a:lvl1pPr>
            <a:lvl2pPr algn="l">
              <a:defRPr sz="2400" b="1" i="0">
                <a:solidFill>
                  <a:srgbClr val="0F315D"/>
                </a:solidFill>
              </a:defRPr>
            </a:lvl2pPr>
            <a:lvl3pPr algn="l">
              <a:defRPr sz="2400" b="1" i="0">
                <a:solidFill>
                  <a:srgbClr val="0F315D"/>
                </a:solidFill>
              </a:defRPr>
            </a:lvl3pPr>
            <a:lvl4pPr algn="l">
              <a:defRPr sz="2400" b="1" i="0">
                <a:solidFill>
                  <a:srgbClr val="0F315D"/>
                </a:solidFill>
              </a:defRPr>
            </a:lvl4pPr>
            <a:lvl5pPr algn="l">
              <a:defRPr sz="2400" b="1" i="0">
                <a:solidFill>
                  <a:srgbClr val="0F315D"/>
                </a:solidFill>
              </a:defRPr>
            </a:lvl5pPr>
            <a:lvl6pPr algn="l">
              <a:defRPr sz="2400" b="1" i="0">
                <a:solidFill>
                  <a:srgbClr val="0F315D"/>
                </a:solidFill>
              </a:defRPr>
            </a:lvl6pPr>
            <a:lvl7pPr algn="l">
              <a:defRPr sz="2400" b="1" i="0">
                <a:solidFill>
                  <a:srgbClr val="0F315D"/>
                </a:solidFill>
              </a:defRPr>
            </a:lvl7pPr>
            <a:lvl8pPr algn="l">
              <a:defRPr sz="2400" b="1" i="0">
                <a:solidFill>
                  <a:srgbClr val="0F315D"/>
                </a:solidFill>
              </a:defRPr>
            </a:lvl8pPr>
            <a:lvl9pPr algn="l">
              <a:defRPr sz="24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0F315D"/>
                </a:solidFill>
              </a:defRPr>
            </a:pPr>
            <a:r>
              <a:rPr sz="2400" b="1" i="0">
                <a:solidFill>
                  <a:srgbClr val="0F315D"/>
                </a:solidFill>
              </a:rPr>
              <a:t>Operational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FD0D1-CFEF-40D0-93BE-B075FBDC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defRPr sz="1275" b="0" i="0">
                <a:solidFill>
                  <a:srgbClr val="5D6873"/>
                </a:solidFill>
              </a:defRPr>
            </a:lvl1pPr>
            <a:lvl2pPr algn="l">
              <a:defRPr sz="1275" b="0" i="0">
                <a:solidFill>
                  <a:srgbClr val="5D6873"/>
                </a:solidFill>
              </a:defRPr>
            </a:lvl2pPr>
            <a:lvl3pPr algn="l">
              <a:defRPr sz="1275" b="0" i="0">
                <a:solidFill>
                  <a:srgbClr val="5D6873"/>
                </a:solidFill>
              </a:defRPr>
            </a:lvl3pPr>
            <a:lvl4pPr algn="l">
              <a:defRPr sz="1275" b="0" i="0">
                <a:solidFill>
                  <a:srgbClr val="5D6873"/>
                </a:solidFill>
              </a:defRPr>
            </a:lvl4pPr>
            <a:lvl5pPr algn="l">
              <a:defRPr sz="1275" b="0" i="0">
                <a:solidFill>
                  <a:srgbClr val="5D6873"/>
                </a:solidFill>
              </a:defRPr>
            </a:lvl5pPr>
            <a:lvl6pPr algn="l">
              <a:defRPr sz="1275" b="0" i="0">
                <a:solidFill>
                  <a:srgbClr val="5D6873"/>
                </a:solidFill>
              </a:defRPr>
            </a:lvl6pPr>
            <a:lvl7pPr algn="l">
              <a:defRPr sz="1275" b="0" i="0">
                <a:solidFill>
                  <a:srgbClr val="5D6873"/>
                </a:solidFill>
              </a:defRPr>
            </a:lvl7pPr>
            <a:lvl8pPr algn="l">
              <a:defRPr sz="1275" b="0" i="0">
                <a:solidFill>
                  <a:srgbClr val="5D6873"/>
                </a:solidFill>
              </a:defRPr>
            </a:lvl8pPr>
            <a:lvl9pPr algn="l"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The school can begin with academics and extend into the wider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14FCF-CAB6-4124-8749-92AE68CD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 i="0">
                <a:solidFill>
                  <a:srgbClr val="0B6FA4"/>
                </a:solidFill>
              </a:defRPr>
            </a:defPPr>
            <a:lvl1pPr algn="r">
              <a:defRPr sz="1125" b="1" i="0">
                <a:solidFill>
                  <a:srgbClr val="0B6FA4"/>
                </a:solidFill>
              </a:defRPr>
            </a:lvl1pPr>
            <a:lvl2pPr algn="r">
              <a:defRPr sz="1125" b="1" i="0">
                <a:solidFill>
                  <a:srgbClr val="0B6FA4"/>
                </a:solidFill>
              </a:defRPr>
            </a:lvl2pPr>
            <a:lvl3pPr algn="r">
              <a:defRPr sz="1125" b="1" i="0">
                <a:solidFill>
                  <a:srgbClr val="0B6FA4"/>
                </a:solidFill>
              </a:defRPr>
            </a:lvl3pPr>
            <a:lvl4pPr algn="r">
              <a:defRPr sz="1125" b="1" i="0">
                <a:solidFill>
                  <a:srgbClr val="0B6FA4"/>
                </a:solidFill>
              </a:defRPr>
            </a:lvl4pPr>
            <a:lvl5pPr algn="r">
              <a:defRPr sz="1125" b="1" i="0">
                <a:solidFill>
                  <a:srgbClr val="0B6FA4"/>
                </a:solidFill>
              </a:defRPr>
            </a:lvl5pPr>
            <a:lvl6pPr algn="r">
              <a:defRPr sz="1125" b="1" i="0">
                <a:solidFill>
                  <a:srgbClr val="0B6FA4"/>
                </a:solidFill>
              </a:defRPr>
            </a:lvl6pPr>
            <a:lvl7pPr algn="r">
              <a:defRPr sz="1125" b="1" i="0">
                <a:solidFill>
                  <a:srgbClr val="0B6FA4"/>
                </a:solidFill>
              </a:defRPr>
            </a:lvl7pPr>
            <a:lvl8pPr algn="r">
              <a:defRPr sz="1125" b="1" i="0">
                <a:solidFill>
                  <a:srgbClr val="0B6FA4"/>
                </a:solidFill>
              </a:defRPr>
            </a:lvl8pPr>
            <a:lvl9pPr algn="r">
              <a:defRPr sz="1125" b="1" i="0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defRPr sz="1125" b="1" i="0">
                <a:solidFill>
                  <a:srgbClr val="0B6FA4"/>
                </a:solidFill>
              </a:defRPr>
            </a:pPr>
            <a:r>
              <a:rPr sz="1125" b="1" i="0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79E06-B190-4338-B6AF-5177D233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A9C7C-8DFF-45F7-91FE-287A510433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d4ecc88d2402d"/>
          <a:stretch xmlns:a="http://schemas.openxmlformats.org/drawingml/2006/main"/>
        </p:blipFill>
        <p:spPr>
          <a:xfrm xmlns:a="http://schemas.openxmlformats.org/drawingml/2006/main">
            <a:off x="657225" y="1600200"/>
            <a:ext cx="6172200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90B91-8BAA-408E-A04D-E52B3458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defRPr sz="1350" b="1" i="0">
                <a:solidFill>
                  <a:srgbClr val="0F315D"/>
                </a:solidFill>
              </a:defRPr>
            </a:lvl1pPr>
            <a:lvl2pPr algn="l">
              <a:defRPr sz="1350" b="1" i="0">
                <a:solidFill>
                  <a:srgbClr val="0F315D"/>
                </a:solidFill>
              </a:defRPr>
            </a:lvl2pPr>
            <a:lvl3pPr algn="l">
              <a:defRPr sz="1350" b="1" i="0">
                <a:solidFill>
                  <a:srgbClr val="0F315D"/>
                </a:solidFill>
              </a:defRPr>
            </a:lvl3pPr>
            <a:lvl4pPr algn="l">
              <a:defRPr sz="1350" b="1" i="0">
                <a:solidFill>
                  <a:srgbClr val="0F315D"/>
                </a:solidFill>
              </a:defRPr>
            </a:lvl4pPr>
            <a:lvl5pPr algn="l">
              <a:defRPr sz="1350" b="1" i="0">
                <a:solidFill>
                  <a:srgbClr val="0F315D"/>
                </a:solidFill>
              </a:defRPr>
            </a:lvl5pPr>
            <a:lvl6pPr algn="l">
              <a:defRPr sz="1350" b="1" i="0">
                <a:solidFill>
                  <a:srgbClr val="0F315D"/>
                </a:solidFill>
              </a:defRPr>
            </a:lvl6pPr>
            <a:lvl7pPr algn="l">
              <a:defRPr sz="1350" b="1" i="0">
                <a:solidFill>
                  <a:srgbClr val="0F315D"/>
                </a:solidFill>
              </a:defRPr>
            </a:lvl7pPr>
            <a:lvl8pPr algn="l">
              <a:defRPr sz="1350" b="1" i="0">
                <a:solidFill>
                  <a:srgbClr val="0F315D"/>
                </a:solidFill>
              </a:defRPr>
            </a:lvl8pPr>
            <a:lvl9pPr algn="l"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Student administration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ABA41-AEA1-48FA-B242-E2F561A4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defRPr sz="1200" b="0" i="0">
                <a:solidFill>
                  <a:srgbClr val="5D6873"/>
                </a:solidFill>
              </a:defRPr>
            </a:lvl1pPr>
            <a:lvl2pPr algn="l">
              <a:defRPr sz="1200" b="0" i="0">
                <a:solidFill>
                  <a:srgbClr val="5D6873"/>
                </a:solidFill>
              </a:defRPr>
            </a:lvl2pPr>
            <a:lvl3pPr algn="l">
              <a:defRPr sz="1200" b="0" i="0">
                <a:solidFill>
                  <a:srgbClr val="5D6873"/>
                </a:solidFill>
              </a:defRPr>
            </a:lvl3pPr>
            <a:lvl4pPr algn="l">
              <a:defRPr sz="1200" b="0" i="0">
                <a:solidFill>
                  <a:srgbClr val="5D6873"/>
                </a:solidFill>
              </a:defRPr>
            </a:lvl4pPr>
            <a:lvl5pPr algn="l">
              <a:defRPr sz="1200" b="0" i="0">
                <a:solidFill>
                  <a:srgbClr val="5D6873"/>
                </a:solidFill>
              </a:defRPr>
            </a:lvl5pPr>
            <a:lvl6pPr algn="l">
              <a:defRPr sz="1200" b="0" i="0">
                <a:solidFill>
                  <a:srgbClr val="5D6873"/>
                </a:solidFill>
              </a:defRPr>
            </a:lvl6pPr>
            <a:lvl7pPr algn="l">
              <a:defRPr sz="1200" b="0" i="0">
                <a:solidFill>
                  <a:srgbClr val="5D6873"/>
                </a:solidFill>
              </a:defRPr>
            </a:lvl7pPr>
            <a:lvl8pPr algn="l">
              <a:defRPr sz="1200" b="0" i="0">
                <a:solidFill>
                  <a:srgbClr val="5D6873"/>
                </a:solidFill>
              </a:defRPr>
            </a:lvl8pPr>
            <a:lvl9pPr algn="l"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Searchable learner records, class placement, guardians, and account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FD874-4E74-4885-948E-E269E4FF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defRPr sz="1350" b="1" i="0">
                <a:solidFill>
                  <a:srgbClr val="0F315D"/>
                </a:solidFill>
              </a:defRPr>
            </a:lvl1pPr>
            <a:lvl2pPr algn="l">
              <a:defRPr sz="1350" b="1" i="0">
                <a:solidFill>
                  <a:srgbClr val="0F315D"/>
                </a:solidFill>
              </a:defRPr>
            </a:lvl2pPr>
            <a:lvl3pPr algn="l">
              <a:defRPr sz="1350" b="1" i="0">
                <a:solidFill>
                  <a:srgbClr val="0F315D"/>
                </a:solidFill>
              </a:defRPr>
            </a:lvl3pPr>
            <a:lvl4pPr algn="l">
              <a:defRPr sz="1350" b="1" i="0">
                <a:solidFill>
                  <a:srgbClr val="0F315D"/>
                </a:solidFill>
              </a:defRPr>
            </a:lvl4pPr>
            <a:lvl5pPr algn="l">
              <a:defRPr sz="1350" b="1" i="0">
                <a:solidFill>
                  <a:srgbClr val="0F315D"/>
                </a:solidFill>
              </a:defRPr>
            </a:lvl5pPr>
            <a:lvl6pPr algn="l">
              <a:defRPr sz="1350" b="1" i="0">
                <a:solidFill>
                  <a:srgbClr val="0F315D"/>
                </a:solidFill>
              </a:defRPr>
            </a:lvl6pPr>
            <a:lvl7pPr algn="l">
              <a:defRPr sz="1350" b="1" i="0">
                <a:solidFill>
                  <a:srgbClr val="0F315D"/>
                </a:solidFill>
              </a:defRPr>
            </a:lvl7pPr>
            <a:lvl8pPr algn="l">
              <a:defRPr sz="1350" b="1" i="0">
                <a:solidFill>
                  <a:srgbClr val="0F315D"/>
                </a:solidFill>
              </a:defRPr>
            </a:lvl8pPr>
            <a:lvl9pPr algn="l"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Academic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E7ACD-EE7B-40B6-9669-54A68866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defRPr sz="1200" b="0" i="0">
                <a:solidFill>
                  <a:srgbClr val="5D6873"/>
                </a:solidFill>
              </a:defRPr>
            </a:lvl1pPr>
            <a:lvl2pPr algn="l">
              <a:defRPr sz="1200" b="0" i="0">
                <a:solidFill>
                  <a:srgbClr val="5D6873"/>
                </a:solidFill>
              </a:defRPr>
            </a:lvl2pPr>
            <a:lvl3pPr algn="l">
              <a:defRPr sz="1200" b="0" i="0">
                <a:solidFill>
                  <a:srgbClr val="5D6873"/>
                </a:solidFill>
              </a:defRPr>
            </a:lvl3pPr>
            <a:lvl4pPr algn="l">
              <a:defRPr sz="1200" b="0" i="0">
                <a:solidFill>
                  <a:srgbClr val="5D6873"/>
                </a:solidFill>
              </a:defRPr>
            </a:lvl4pPr>
            <a:lvl5pPr algn="l">
              <a:defRPr sz="1200" b="0" i="0">
                <a:solidFill>
                  <a:srgbClr val="5D6873"/>
                </a:solidFill>
              </a:defRPr>
            </a:lvl5pPr>
            <a:lvl6pPr algn="l">
              <a:defRPr sz="1200" b="0" i="0">
                <a:solidFill>
                  <a:srgbClr val="5D6873"/>
                </a:solidFill>
              </a:defRPr>
            </a:lvl6pPr>
            <a:lvl7pPr algn="l">
              <a:defRPr sz="1200" b="0" i="0">
                <a:solidFill>
                  <a:srgbClr val="5D6873"/>
                </a:solidFill>
              </a:defRPr>
            </a:lvl7pPr>
            <a:lvl8pPr algn="l">
              <a:defRPr sz="1200" b="0" i="0">
                <a:solidFill>
                  <a:srgbClr val="5D6873"/>
                </a:solidFill>
              </a:defRPr>
            </a:lvl8pPr>
            <a:lvl9pPr algn="l"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Assessments, grading, marks entry, rankings, report cards, and exports.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D4932-2C15-45DD-BF0A-7D5248DB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0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defRPr sz="1350" b="1" i="0">
                <a:solidFill>
                  <a:srgbClr val="0F315D"/>
                </a:solidFill>
              </a:defRPr>
            </a:lvl1pPr>
            <a:lvl2pPr algn="l">
              <a:defRPr sz="1350" b="1" i="0">
                <a:solidFill>
                  <a:srgbClr val="0F315D"/>
                </a:solidFill>
              </a:defRPr>
            </a:lvl2pPr>
            <a:lvl3pPr algn="l">
              <a:defRPr sz="1350" b="1" i="0">
                <a:solidFill>
                  <a:srgbClr val="0F315D"/>
                </a:solidFill>
              </a:defRPr>
            </a:lvl3pPr>
            <a:lvl4pPr algn="l">
              <a:defRPr sz="1350" b="1" i="0">
                <a:solidFill>
                  <a:srgbClr val="0F315D"/>
                </a:solidFill>
              </a:defRPr>
            </a:lvl4pPr>
            <a:lvl5pPr algn="l">
              <a:defRPr sz="1350" b="1" i="0">
                <a:solidFill>
                  <a:srgbClr val="0F315D"/>
                </a:solidFill>
              </a:defRPr>
            </a:lvl5pPr>
            <a:lvl6pPr algn="l">
              <a:defRPr sz="1350" b="1" i="0">
                <a:solidFill>
                  <a:srgbClr val="0F315D"/>
                </a:solidFill>
              </a:defRPr>
            </a:lvl6pPr>
            <a:lvl7pPr algn="l">
              <a:defRPr sz="1350" b="1" i="0">
                <a:solidFill>
                  <a:srgbClr val="0F315D"/>
                </a:solidFill>
              </a:defRPr>
            </a:lvl7pPr>
            <a:lvl8pPr algn="l">
              <a:defRPr sz="1350" b="1" i="0">
                <a:solidFill>
                  <a:srgbClr val="0F315D"/>
                </a:solidFill>
              </a:defRPr>
            </a:lvl8pPr>
            <a:lvl9pPr algn="l"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School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6D221-C51E-47C3-B784-99277544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671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defRPr sz="1200" b="0" i="0">
                <a:solidFill>
                  <a:srgbClr val="5D6873"/>
                </a:solidFill>
              </a:defRPr>
            </a:lvl1pPr>
            <a:lvl2pPr algn="l">
              <a:defRPr sz="1200" b="0" i="0">
                <a:solidFill>
                  <a:srgbClr val="5D6873"/>
                </a:solidFill>
              </a:defRPr>
            </a:lvl2pPr>
            <a:lvl3pPr algn="l">
              <a:defRPr sz="1200" b="0" i="0">
                <a:solidFill>
                  <a:srgbClr val="5D6873"/>
                </a:solidFill>
              </a:defRPr>
            </a:lvl3pPr>
            <a:lvl4pPr algn="l">
              <a:defRPr sz="1200" b="0" i="0">
                <a:solidFill>
                  <a:srgbClr val="5D6873"/>
                </a:solidFill>
              </a:defRPr>
            </a:lvl4pPr>
            <a:lvl5pPr algn="l">
              <a:defRPr sz="1200" b="0" i="0">
                <a:solidFill>
                  <a:srgbClr val="5D6873"/>
                </a:solidFill>
              </a:defRPr>
            </a:lvl5pPr>
            <a:lvl6pPr algn="l">
              <a:defRPr sz="1200" b="0" i="0">
                <a:solidFill>
                  <a:srgbClr val="5D6873"/>
                </a:solidFill>
              </a:defRPr>
            </a:lvl6pPr>
            <a:lvl7pPr algn="l">
              <a:defRPr sz="1200" b="0" i="0">
                <a:solidFill>
                  <a:srgbClr val="5D6873"/>
                </a:solidFill>
              </a:defRPr>
            </a:lvl7pPr>
            <a:lvl8pPr algn="l">
              <a:defRPr sz="1200" b="0" i="0">
                <a:solidFill>
                  <a:srgbClr val="5D6873"/>
                </a:solidFill>
              </a:defRPr>
            </a:lvl8pPr>
            <a:lvl9pPr algn="l"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Attendance, finance, timetables, communications, behaviour, and parent access.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51E57-D613-449D-9092-FCAD7DB1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defRPr sz="1350" b="1" i="0">
                <a:solidFill>
                  <a:srgbClr val="0F315D"/>
                </a:solidFill>
              </a:defRPr>
            </a:lvl1pPr>
            <a:lvl2pPr algn="l">
              <a:defRPr sz="1350" b="1" i="0">
                <a:solidFill>
                  <a:srgbClr val="0F315D"/>
                </a:solidFill>
              </a:defRPr>
            </a:lvl2pPr>
            <a:lvl3pPr algn="l">
              <a:defRPr sz="1350" b="1" i="0">
                <a:solidFill>
                  <a:srgbClr val="0F315D"/>
                </a:solidFill>
              </a:defRPr>
            </a:lvl3pPr>
            <a:lvl4pPr algn="l">
              <a:defRPr sz="1350" b="1" i="0">
                <a:solidFill>
                  <a:srgbClr val="0F315D"/>
                </a:solidFill>
              </a:defRPr>
            </a:lvl4pPr>
            <a:lvl5pPr algn="l">
              <a:defRPr sz="1350" b="1" i="0">
                <a:solidFill>
                  <a:srgbClr val="0F315D"/>
                </a:solidFill>
              </a:defRPr>
            </a:lvl5pPr>
            <a:lvl6pPr algn="l">
              <a:defRPr sz="1350" b="1" i="0">
                <a:solidFill>
                  <a:srgbClr val="0F315D"/>
                </a:solidFill>
              </a:defRPr>
            </a:lvl6pPr>
            <a:lvl7pPr algn="l">
              <a:defRPr sz="1350" b="1" i="0">
                <a:solidFill>
                  <a:srgbClr val="0F315D"/>
                </a:solidFill>
              </a:defRPr>
            </a:lvl7pPr>
            <a:lvl8pPr algn="l">
              <a:defRPr sz="1350" b="1" i="0">
                <a:solidFill>
                  <a:srgbClr val="0F315D"/>
                </a:solidFill>
              </a:defRPr>
            </a:lvl8pPr>
            <a:lvl9pPr algn="l"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Controlled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64F8B-BD70-40FE-AA40-7CD71AD1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defRPr sz="1200" b="0" i="0">
                <a:solidFill>
                  <a:srgbClr val="5D6873"/>
                </a:solidFill>
              </a:defRPr>
            </a:lvl1pPr>
            <a:lvl2pPr algn="l">
              <a:defRPr sz="1200" b="0" i="0">
                <a:solidFill>
                  <a:srgbClr val="5D6873"/>
                </a:solidFill>
              </a:defRPr>
            </a:lvl2pPr>
            <a:lvl3pPr algn="l">
              <a:defRPr sz="1200" b="0" i="0">
                <a:solidFill>
                  <a:srgbClr val="5D6873"/>
                </a:solidFill>
              </a:defRPr>
            </a:lvl3pPr>
            <a:lvl4pPr algn="l">
              <a:defRPr sz="1200" b="0" i="0">
                <a:solidFill>
                  <a:srgbClr val="5D6873"/>
                </a:solidFill>
              </a:defRPr>
            </a:lvl4pPr>
            <a:lvl5pPr algn="l">
              <a:defRPr sz="1200" b="0" i="0">
                <a:solidFill>
                  <a:srgbClr val="5D6873"/>
                </a:solidFill>
              </a:defRPr>
            </a:lvl5pPr>
            <a:lvl6pPr algn="l">
              <a:defRPr sz="1200" b="0" i="0">
                <a:solidFill>
                  <a:srgbClr val="5D6873"/>
                </a:solidFill>
              </a:defRPr>
            </a:lvl6pPr>
            <a:lvl7pPr algn="l">
              <a:defRPr sz="1200" b="0" i="0">
                <a:solidFill>
                  <a:srgbClr val="5D6873"/>
                </a:solidFill>
              </a:defRPr>
            </a:lvl7pPr>
            <a:lvl8pPr algn="l">
              <a:defRPr sz="1200" b="0" i="0">
                <a:solidFill>
                  <a:srgbClr val="5D6873"/>
                </a:solidFill>
              </a:defRPr>
            </a:lvl8pPr>
            <a:lvl9pPr algn="l"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Each user sees the records and actions assigned to their role.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01AFC-4D74-4B46-ACFD-B834898C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defRPr sz="900" b="0" i="0">
                <a:solidFill>
                  <a:srgbClr val="5D6873"/>
                </a:solidFill>
              </a:defRPr>
            </a:lvl1pPr>
            <a:lvl2pPr algn="r">
              <a:defRPr sz="900" b="0" i="0">
                <a:solidFill>
                  <a:srgbClr val="5D6873"/>
                </a:solidFill>
              </a:defRPr>
            </a:lvl2pPr>
            <a:lvl3pPr algn="r">
              <a:defRPr sz="900" b="0" i="0">
                <a:solidFill>
                  <a:srgbClr val="5D6873"/>
                </a:solidFill>
              </a:defRPr>
            </a:lvl3pPr>
            <a:lvl4pPr algn="r">
              <a:defRPr sz="900" b="0" i="0">
                <a:solidFill>
                  <a:srgbClr val="5D6873"/>
                </a:solidFill>
              </a:defRPr>
            </a:lvl4pPr>
            <a:lvl5pPr algn="r">
              <a:defRPr sz="900" b="0" i="0">
                <a:solidFill>
                  <a:srgbClr val="5D6873"/>
                </a:solidFill>
              </a:defRPr>
            </a:lvl5pPr>
            <a:lvl6pPr algn="r">
              <a:defRPr sz="900" b="0" i="0">
                <a:solidFill>
                  <a:srgbClr val="5D6873"/>
                </a:solidFill>
              </a:defRPr>
            </a:lvl6pPr>
            <a:lvl7pPr algn="r">
              <a:defRPr sz="900" b="0" i="0">
                <a:solidFill>
                  <a:srgbClr val="5D6873"/>
                </a:solidFill>
              </a:defRPr>
            </a:lvl7pPr>
            <a:lvl8pPr algn="r">
              <a:defRPr sz="900" b="0" i="0">
                <a:solidFill>
                  <a:srgbClr val="5D6873"/>
                </a:solidFill>
              </a:defRPr>
            </a:lvl8pPr>
            <a:lvl9pPr algn="r"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145770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5B26C-5C2D-4FB1-920B-BFC8A603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0F315D"/>
                </a:solidFill>
              </a:defRPr>
            </a:defPPr>
            <a:lvl1pPr algn="l">
              <a:defRPr sz="2400" b="1" i="0">
                <a:solidFill>
                  <a:srgbClr val="0F315D"/>
                </a:solidFill>
              </a:defRPr>
            </a:lvl1pPr>
            <a:lvl2pPr algn="l">
              <a:defRPr sz="2400" b="1" i="0">
                <a:solidFill>
                  <a:srgbClr val="0F315D"/>
                </a:solidFill>
              </a:defRPr>
            </a:lvl2pPr>
            <a:lvl3pPr algn="l">
              <a:defRPr sz="2400" b="1" i="0">
                <a:solidFill>
                  <a:srgbClr val="0F315D"/>
                </a:solidFill>
              </a:defRPr>
            </a:lvl3pPr>
            <a:lvl4pPr algn="l">
              <a:defRPr sz="2400" b="1" i="0">
                <a:solidFill>
                  <a:srgbClr val="0F315D"/>
                </a:solidFill>
              </a:defRPr>
            </a:lvl4pPr>
            <a:lvl5pPr algn="l">
              <a:defRPr sz="2400" b="1" i="0">
                <a:solidFill>
                  <a:srgbClr val="0F315D"/>
                </a:solidFill>
              </a:defRPr>
            </a:lvl5pPr>
            <a:lvl6pPr algn="l">
              <a:defRPr sz="2400" b="1" i="0">
                <a:solidFill>
                  <a:srgbClr val="0F315D"/>
                </a:solidFill>
              </a:defRPr>
            </a:lvl6pPr>
            <a:lvl7pPr algn="l">
              <a:defRPr sz="2400" b="1" i="0">
                <a:solidFill>
                  <a:srgbClr val="0F315D"/>
                </a:solidFill>
              </a:defRPr>
            </a:lvl7pPr>
            <a:lvl8pPr algn="l">
              <a:defRPr sz="2400" b="1" i="0">
                <a:solidFill>
                  <a:srgbClr val="0F315D"/>
                </a:solidFill>
              </a:defRPr>
            </a:lvl8pPr>
            <a:lvl9pPr algn="l">
              <a:defRPr sz="24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0F315D"/>
                </a:solidFill>
              </a:defRPr>
            </a:pPr>
            <a:r>
              <a:rPr sz="2400" b="1" i="0">
                <a:solidFill>
                  <a:srgbClr val="0F315D"/>
                </a:solidFill>
              </a:rPr>
              <a:t>Fast Marks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89F7F-B1C9-4FD5-8403-3B90B5CA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defRPr sz="1275" b="0" i="0">
                <a:solidFill>
                  <a:srgbClr val="5D6873"/>
                </a:solidFill>
              </a:defRPr>
            </a:lvl1pPr>
            <a:lvl2pPr algn="l">
              <a:defRPr sz="1275" b="0" i="0">
                <a:solidFill>
                  <a:srgbClr val="5D6873"/>
                </a:solidFill>
              </a:defRPr>
            </a:lvl2pPr>
            <a:lvl3pPr algn="l">
              <a:defRPr sz="1275" b="0" i="0">
                <a:solidFill>
                  <a:srgbClr val="5D6873"/>
                </a:solidFill>
              </a:defRPr>
            </a:lvl3pPr>
            <a:lvl4pPr algn="l">
              <a:defRPr sz="1275" b="0" i="0">
                <a:solidFill>
                  <a:srgbClr val="5D6873"/>
                </a:solidFill>
              </a:defRPr>
            </a:lvl4pPr>
            <a:lvl5pPr algn="l">
              <a:defRPr sz="1275" b="0" i="0">
                <a:solidFill>
                  <a:srgbClr val="5D6873"/>
                </a:solidFill>
              </a:defRPr>
            </a:lvl5pPr>
            <a:lvl6pPr algn="l">
              <a:defRPr sz="1275" b="0" i="0">
                <a:solidFill>
                  <a:srgbClr val="5D6873"/>
                </a:solidFill>
              </a:defRPr>
            </a:lvl6pPr>
            <a:lvl7pPr algn="l">
              <a:defRPr sz="1275" b="0" i="0">
                <a:solidFill>
                  <a:srgbClr val="5D6873"/>
                </a:solidFill>
              </a:defRPr>
            </a:lvl7pPr>
            <a:lvl8pPr algn="l">
              <a:defRPr sz="1275" b="0" i="0">
                <a:solidFill>
                  <a:srgbClr val="5D6873"/>
                </a:solidFill>
              </a:defRPr>
            </a:lvl8pPr>
            <a:lvl9pPr algn="l"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The first flagship workflow for the school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57FEC-7E91-4179-A74E-085C6FB8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 i="0">
                <a:solidFill>
                  <a:srgbClr val="0B6FA4"/>
                </a:solidFill>
              </a:defRPr>
            </a:defPPr>
            <a:lvl1pPr algn="r">
              <a:defRPr sz="1125" b="1" i="0">
                <a:solidFill>
                  <a:srgbClr val="0B6FA4"/>
                </a:solidFill>
              </a:defRPr>
            </a:lvl1pPr>
            <a:lvl2pPr algn="r">
              <a:defRPr sz="1125" b="1" i="0">
                <a:solidFill>
                  <a:srgbClr val="0B6FA4"/>
                </a:solidFill>
              </a:defRPr>
            </a:lvl2pPr>
            <a:lvl3pPr algn="r">
              <a:defRPr sz="1125" b="1" i="0">
                <a:solidFill>
                  <a:srgbClr val="0B6FA4"/>
                </a:solidFill>
              </a:defRPr>
            </a:lvl3pPr>
            <a:lvl4pPr algn="r">
              <a:defRPr sz="1125" b="1" i="0">
                <a:solidFill>
                  <a:srgbClr val="0B6FA4"/>
                </a:solidFill>
              </a:defRPr>
            </a:lvl4pPr>
            <a:lvl5pPr algn="r">
              <a:defRPr sz="1125" b="1" i="0">
                <a:solidFill>
                  <a:srgbClr val="0B6FA4"/>
                </a:solidFill>
              </a:defRPr>
            </a:lvl5pPr>
            <a:lvl6pPr algn="r">
              <a:defRPr sz="1125" b="1" i="0">
                <a:solidFill>
                  <a:srgbClr val="0B6FA4"/>
                </a:solidFill>
              </a:defRPr>
            </a:lvl6pPr>
            <a:lvl7pPr algn="r">
              <a:defRPr sz="1125" b="1" i="0">
                <a:solidFill>
                  <a:srgbClr val="0B6FA4"/>
                </a:solidFill>
              </a:defRPr>
            </a:lvl7pPr>
            <a:lvl8pPr algn="r">
              <a:defRPr sz="1125" b="1" i="0">
                <a:solidFill>
                  <a:srgbClr val="0B6FA4"/>
                </a:solidFill>
              </a:defRPr>
            </a:lvl8pPr>
            <a:lvl9pPr algn="r">
              <a:defRPr sz="1125" b="1" i="0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defRPr sz="1125" b="1" i="0">
                <a:solidFill>
                  <a:srgbClr val="0B6FA4"/>
                </a:solidFill>
              </a:defRPr>
            </a:pPr>
            <a:r>
              <a:rPr sz="1125" b="1" i="0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C8D64-4845-4761-80F6-C1355B75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01899-A6FF-4730-AA3E-8001F5D5F5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bec71b2e246d5"/>
          <a:stretch xmlns:a="http://schemas.openxmlformats.org/drawingml/2006/main"/>
        </p:blipFill>
        <p:spPr>
          <a:xfrm xmlns:a="http://schemas.openxmlformats.org/drawingml/2006/main">
            <a:off x="647700" y="1571625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5588E-08CA-4C84-8BD8-63369DE5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76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0F315D"/>
                </a:solidFill>
              </a:defRPr>
            </a:defPPr>
            <a:lvl1pPr algn="l">
              <a:defRPr sz="1650" b="1" i="0">
                <a:solidFill>
                  <a:srgbClr val="0F315D"/>
                </a:solidFill>
              </a:defRPr>
            </a:lvl1pPr>
            <a:lvl2pPr algn="l">
              <a:defRPr sz="1650" b="1" i="0">
                <a:solidFill>
                  <a:srgbClr val="0F315D"/>
                </a:solidFill>
              </a:defRPr>
            </a:lvl2pPr>
            <a:lvl3pPr algn="l">
              <a:defRPr sz="1650" b="1" i="0">
                <a:solidFill>
                  <a:srgbClr val="0F315D"/>
                </a:solidFill>
              </a:defRPr>
            </a:lvl3pPr>
            <a:lvl4pPr algn="l">
              <a:defRPr sz="1650" b="1" i="0">
                <a:solidFill>
                  <a:srgbClr val="0F315D"/>
                </a:solidFill>
              </a:defRPr>
            </a:lvl4pPr>
            <a:lvl5pPr algn="l">
              <a:defRPr sz="1650" b="1" i="0">
                <a:solidFill>
                  <a:srgbClr val="0F315D"/>
                </a:solidFill>
              </a:defRPr>
            </a:lvl5pPr>
            <a:lvl6pPr algn="l">
              <a:defRPr sz="1650" b="1" i="0">
                <a:solidFill>
                  <a:srgbClr val="0F315D"/>
                </a:solidFill>
              </a:defRPr>
            </a:lvl6pPr>
            <a:lvl7pPr algn="l">
              <a:defRPr sz="1650" b="1" i="0">
                <a:solidFill>
                  <a:srgbClr val="0F315D"/>
                </a:solidFill>
              </a:defRPr>
            </a:lvl7pPr>
            <a:lvl8pPr algn="l">
              <a:defRPr sz="1650" b="1" i="0">
                <a:solidFill>
                  <a:srgbClr val="0F315D"/>
                </a:solidFill>
              </a:defRPr>
            </a:lvl8pPr>
            <a:lvl9pPr algn="l">
              <a:defRPr sz="16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F315D"/>
                </a:solidFill>
              </a:defRPr>
            </a:pPr>
            <a:r>
              <a:rPr sz="1650" b="1" i="0">
                <a:solidFill>
                  <a:srgbClr val="0F315D"/>
                </a:solidFill>
              </a:rPr>
              <a:t>Teacher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3C4C0-FC22-48D0-95A9-FBA6BBB5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098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13202C"/>
                </a:solidFill>
              </a:defRPr>
            </a:defPPr>
            <a:lvl1pPr algn="l">
              <a:defRPr sz="1275" b="0" i="0">
                <a:solidFill>
                  <a:srgbClr val="13202C"/>
                </a:solidFill>
              </a:defRPr>
            </a:lvl1pPr>
            <a:lvl2pPr algn="l">
              <a:defRPr sz="1275" b="0" i="0">
                <a:solidFill>
                  <a:srgbClr val="13202C"/>
                </a:solidFill>
              </a:defRPr>
            </a:lvl2pPr>
            <a:lvl3pPr algn="l">
              <a:defRPr sz="1275" b="0" i="0">
                <a:solidFill>
                  <a:srgbClr val="13202C"/>
                </a:solidFill>
              </a:defRPr>
            </a:lvl3pPr>
            <a:lvl4pPr algn="l">
              <a:defRPr sz="1275" b="0" i="0">
                <a:solidFill>
                  <a:srgbClr val="13202C"/>
                </a:solidFill>
              </a:defRPr>
            </a:lvl4pPr>
            <a:lvl5pPr algn="l">
              <a:defRPr sz="1275" b="0" i="0">
                <a:solidFill>
                  <a:srgbClr val="13202C"/>
                </a:solidFill>
              </a:defRPr>
            </a:lvl5pPr>
            <a:lvl6pPr algn="l">
              <a:defRPr sz="1275" b="0" i="0">
                <a:solidFill>
                  <a:srgbClr val="13202C"/>
                </a:solidFill>
              </a:defRPr>
            </a:lvl6pPr>
            <a:lvl7pPr algn="l">
              <a:defRPr sz="1275" b="0" i="0">
                <a:solidFill>
                  <a:srgbClr val="13202C"/>
                </a:solidFill>
              </a:defRPr>
            </a:lvl7pPr>
            <a:lvl8pPr algn="l">
              <a:defRPr sz="1275" b="0" i="0">
                <a:solidFill>
                  <a:srgbClr val="13202C"/>
                </a:solidFill>
              </a:defRPr>
            </a:lvl8pPr>
            <a:lvl9pPr algn="l">
              <a:defRPr sz="1275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3202C"/>
                </a:solidFill>
              </a:defRPr>
            </a:pPr>
            <a:r>
              <a:rPr sz="1275" b="0" i="0">
                <a:solidFill>
                  <a:srgbClr val="13202C"/>
                </a:solidFill>
              </a:rPr>
              <a:t>1  Select the class, subject, term, and assessment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8141A-6A43-4E49-B1F1-3783E6A1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05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13202C"/>
                </a:solidFill>
              </a:defRPr>
            </a:defPPr>
            <a:lvl1pPr algn="l">
              <a:defRPr sz="1275" b="0" i="0">
                <a:solidFill>
                  <a:srgbClr val="13202C"/>
                </a:solidFill>
              </a:defRPr>
            </a:lvl1pPr>
            <a:lvl2pPr algn="l">
              <a:defRPr sz="1275" b="0" i="0">
                <a:solidFill>
                  <a:srgbClr val="13202C"/>
                </a:solidFill>
              </a:defRPr>
            </a:lvl2pPr>
            <a:lvl3pPr algn="l">
              <a:defRPr sz="1275" b="0" i="0">
                <a:solidFill>
                  <a:srgbClr val="13202C"/>
                </a:solidFill>
              </a:defRPr>
            </a:lvl3pPr>
            <a:lvl4pPr algn="l">
              <a:defRPr sz="1275" b="0" i="0">
                <a:solidFill>
                  <a:srgbClr val="13202C"/>
                </a:solidFill>
              </a:defRPr>
            </a:lvl4pPr>
            <a:lvl5pPr algn="l">
              <a:defRPr sz="1275" b="0" i="0">
                <a:solidFill>
                  <a:srgbClr val="13202C"/>
                </a:solidFill>
              </a:defRPr>
            </a:lvl5pPr>
            <a:lvl6pPr algn="l">
              <a:defRPr sz="1275" b="0" i="0">
                <a:solidFill>
                  <a:srgbClr val="13202C"/>
                </a:solidFill>
              </a:defRPr>
            </a:lvl6pPr>
            <a:lvl7pPr algn="l">
              <a:defRPr sz="1275" b="0" i="0">
                <a:solidFill>
                  <a:srgbClr val="13202C"/>
                </a:solidFill>
              </a:defRPr>
            </a:lvl7pPr>
            <a:lvl8pPr algn="l">
              <a:defRPr sz="1275" b="0" i="0">
                <a:solidFill>
                  <a:srgbClr val="13202C"/>
                </a:solidFill>
              </a:defRPr>
            </a:lvl8pPr>
            <a:lvl9pPr algn="l">
              <a:defRPr sz="1275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3202C"/>
                </a:solidFill>
              </a:defRPr>
            </a:pPr>
            <a:r>
              <a:rPr sz="1275" b="0" i="0">
                <a:solidFill>
                  <a:srgbClr val="13202C"/>
                </a:solidFill>
              </a:rPr>
              <a:t>2  Load the correct class roster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17FF5-D263-484D-AD81-0E0443D2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575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13202C"/>
                </a:solidFill>
              </a:defRPr>
            </a:defPPr>
            <a:lvl1pPr algn="l">
              <a:defRPr sz="1275" b="0" i="0">
                <a:solidFill>
                  <a:srgbClr val="13202C"/>
                </a:solidFill>
              </a:defRPr>
            </a:lvl1pPr>
            <a:lvl2pPr algn="l">
              <a:defRPr sz="1275" b="0" i="0">
                <a:solidFill>
                  <a:srgbClr val="13202C"/>
                </a:solidFill>
              </a:defRPr>
            </a:lvl2pPr>
            <a:lvl3pPr algn="l">
              <a:defRPr sz="1275" b="0" i="0">
                <a:solidFill>
                  <a:srgbClr val="13202C"/>
                </a:solidFill>
              </a:defRPr>
            </a:lvl3pPr>
            <a:lvl4pPr algn="l">
              <a:defRPr sz="1275" b="0" i="0">
                <a:solidFill>
                  <a:srgbClr val="13202C"/>
                </a:solidFill>
              </a:defRPr>
            </a:lvl4pPr>
            <a:lvl5pPr algn="l">
              <a:defRPr sz="1275" b="0" i="0">
                <a:solidFill>
                  <a:srgbClr val="13202C"/>
                </a:solidFill>
              </a:defRPr>
            </a:lvl5pPr>
            <a:lvl6pPr algn="l">
              <a:defRPr sz="1275" b="0" i="0">
                <a:solidFill>
                  <a:srgbClr val="13202C"/>
                </a:solidFill>
              </a:defRPr>
            </a:lvl6pPr>
            <a:lvl7pPr algn="l">
              <a:defRPr sz="1275" b="0" i="0">
                <a:solidFill>
                  <a:srgbClr val="13202C"/>
                </a:solidFill>
              </a:defRPr>
            </a:lvl7pPr>
            <a:lvl8pPr algn="l">
              <a:defRPr sz="1275" b="0" i="0">
                <a:solidFill>
                  <a:srgbClr val="13202C"/>
                </a:solidFill>
              </a:defRPr>
            </a:lvl8pPr>
            <a:lvl9pPr algn="l">
              <a:defRPr sz="1275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3202C"/>
                </a:solidFill>
              </a:defRPr>
            </a:pPr>
            <a:r>
              <a:rPr sz="1275" b="0" i="0">
                <a:solidFill>
                  <a:srgbClr val="13202C"/>
                </a:solidFill>
              </a:rPr>
              <a:t>3  Enter or update marks in one grid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8A4D1-4651-423E-B478-A30E1760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481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13202C"/>
                </a:solidFill>
              </a:defRPr>
            </a:defPPr>
            <a:lvl1pPr algn="l">
              <a:defRPr sz="1275" b="0" i="0">
                <a:solidFill>
                  <a:srgbClr val="13202C"/>
                </a:solidFill>
              </a:defRPr>
            </a:lvl1pPr>
            <a:lvl2pPr algn="l">
              <a:defRPr sz="1275" b="0" i="0">
                <a:solidFill>
                  <a:srgbClr val="13202C"/>
                </a:solidFill>
              </a:defRPr>
            </a:lvl2pPr>
            <a:lvl3pPr algn="l">
              <a:defRPr sz="1275" b="0" i="0">
                <a:solidFill>
                  <a:srgbClr val="13202C"/>
                </a:solidFill>
              </a:defRPr>
            </a:lvl3pPr>
            <a:lvl4pPr algn="l">
              <a:defRPr sz="1275" b="0" i="0">
                <a:solidFill>
                  <a:srgbClr val="13202C"/>
                </a:solidFill>
              </a:defRPr>
            </a:lvl4pPr>
            <a:lvl5pPr algn="l">
              <a:defRPr sz="1275" b="0" i="0">
                <a:solidFill>
                  <a:srgbClr val="13202C"/>
                </a:solidFill>
              </a:defRPr>
            </a:lvl5pPr>
            <a:lvl6pPr algn="l">
              <a:defRPr sz="1275" b="0" i="0">
                <a:solidFill>
                  <a:srgbClr val="13202C"/>
                </a:solidFill>
              </a:defRPr>
            </a:lvl6pPr>
            <a:lvl7pPr algn="l">
              <a:defRPr sz="1275" b="0" i="0">
                <a:solidFill>
                  <a:srgbClr val="13202C"/>
                </a:solidFill>
              </a:defRPr>
            </a:lvl7pPr>
            <a:lvl8pPr algn="l">
              <a:defRPr sz="1275" b="0" i="0">
                <a:solidFill>
                  <a:srgbClr val="13202C"/>
                </a:solidFill>
              </a:defRPr>
            </a:lvl8pPr>
            <a:lvl9pPr algn="l">
              <a:defRPr sz="1275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3202C"/>
                </a:solidFill>
              </a:defRPr>
            </a:pPr>
            <a:r>
              <a:rPr sz="1275" b="0" i="0">
                <a:solidFill>
                  <a:srgbClr val="13202C"/>
                </a:solidFill>
              </a:rPr>
              <a:t>4  Save the set and retrieve results immediately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6729C-7585-49E3-93A4-830640EE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53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B8A72"/>
                </a:solidFill>
              </a:defRPr>
            </a:defPPr>
            <a:lvl1pPr algn="l">
              <a:defRPr sz="1200" b="1" i="0">
                <a:solidFill>
                  <a:srgbClr val="1B8A72"/>
                </a:solidFill>
              </a:defRPr>
            </a:lvl1pPr>
            <a:lvl2pPr algn="l">
              <a:defRPr sz="1200" b="1" i="0">
                <a:solidFill>
                  <a:srgbClr val="1B8A72"/>
                </a:solidFill>
              </a:defRPr>
            </a:lvl2pPr>
            <a:lvl3pPr algn="l">
              <a:defRPr sz="1200" b="1" i="0">
                <a:solidFill>
                  <a:srgbClr val="1B8A72"/>
                </a:solidFill>
              </a:defRPr>
            </a:lvl3pPr>
            <a:lvl4pPr algn="l">
              <a:defRPr sz="1200" b="1" i="0">
                <a:solidFill>
                  <a:srgbClr val="1B8A72"/>
                </a:solidFill>
              </a:defRPr>
            </a:lvl4pPr>
            <a:lvl5pPr algn="l">
              <a:defRPr sz="1200" b="1" i="0">
                <a:solidFill>
                  <a:srgbClr val="1B8A72"/>
                </a:solidFill>
              </a:defRPr>
            </a:lvl5pPr>
            <a:lvl6pPr algn="l">
              <a:defRPr sz="1200" b="1" i="0">
                <a:solidFill>
                  <a:srgbClr val="1B8A72"/>
                </a:solidFill>
              </a:defRPr>
            </a:lvl6pPr>
            <a:lvl7pPr algn="l">
              <a:defRPr sz="1200" b="1" i="0">
                <a:solidFill>
                  <a:srgbClr val="1B8A72"/>
                </a:solidFill>
              </a:defRPr>
            </a:lvl7pPr>
            <a:lvl8pPr algn="l">
              <a:defRPr sz="1200" b="1" i="0">
                <a:solidFill>
                  <a:srgbClr val="1B8A72"/>
                </a:solidFill>
              </a:defRPr>
            </a:lvl8pPr>
            <a:lvl9pPr algn="l">
              <a:defRPr sz="1200" b="1" i="0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B8A72"/>
                </a:solidFill>
              </a:defRPr>
            </a:pPr>
            <a:r>
              <a:rPr sz="1200" b="1" i="0">
                <a:solidFill>
                  <a:srgbClr val="1B8A72"/>
                </a:solidFill>
              </a:rPr>
              <a:t>Pilot 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3DAAB-C87A-4465-A31A-6F1DB769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578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defRPr sz="1350" b="1" i="0">
                <a:solidFill>
                  <a:srgbClr val="0F315D"/>
                </a:solidFill>
              </a:defRPr>
            </a:lvl1pPr>
            <a:lvl2pPr algn="l">
              <a:defRPr sz="1350" b="1" i="0">
                <a:solidFill>
                  <a:srgbClr val="0F315D"/>
                </a:solidFill>
              </a:defRPr>
            </a:lvl2pPr>
            <a:lvl3pPr algn="l">
              <a:defRPr sz="1350" b="1" i="0">
                <a:solidFill>
                  <a:srgbClr val="0F315D"/>
                </a:solidFill>
              </a:defRPr>
            </a:lvl3pPr>
            <a:lvl4pPr algn="l">
              <a:defRPr sz="1350" b="1" i="0">
                <a:solidFill>
                  <a:srgbClr val="0F315D"/>
                </a:solidFill>
              </a:defRPr>
            </a:lvl4pPr>
            <a:lvl5pPr algn="l">
              <a:defRPr sz="1350" b="1" i="0">
                <a:solidFill>
                  <a:srgbClr val="0F315D"/>
                </a:solidFill>
              </a:defRPr>
            </a:lvl5pPr>
            <a:lvl6pPr algn="l">
              <a:defRPr sz="1350" b="1" i="0">
                <a:solidFill>
                  <a:srgbClr val="0F315D"/>
                </a:solidFill>
              </a:defRPr>
            </a:lvl6pPr>
            <a:lvl7pPr algn="l">
              <a:defRPr sz="1350" b="1" i="0">
                <a:solidFill>
                  <a:srgbClr val="0F315D"/>
                </a:solidFill>
              </a:defRPr>
            </a:lvl7pPr>
            <a:lvl8pPr algn="l">
              <a:defRPr sz="1350" b="1" i="0">
                <a:solidFill>
                  <a:srgbClr val="0F315D"/>
                </a:solidFill>
              </a:defRPr>
            </a:lvl8pPr>
            <a:lvl9pPr algn="l"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A teacher should complete a 40 learner assessment in under five minutes.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BBE9C-0B3E-4761-8840-2AE1BB10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defRPr sz="900" b="0" i="0">
                <a:solidFill>
                  <a:srgbClr val="5D6873"/>
                </a:solidFill>
              </a:defRPr>
            </a:lvl1pPr>
            <a:lvl2pPr algn="r">
              <a:defRPr sz="900" b="0" i="0">
                <a:solidFill>
                  <a:srgbClr val="5D6873"/>
                </a:solidFill>
              </a:defRPr>
            </a:lvl2pPr>
            <a:lvl3pPr algn="r">
              <a:defRPr sz="900" b="0" i="0">
                <a:solidFill>
                  <a:srgbClr val="5D6873"/>
                </a:solidFill>
              </a:defRPr>
            </a:lvl3pPr>
            <a:lvl4pPr algn="r">
              <a:defRPr sz="900" b="0" i="0">
                <a:solidFill>
                  <a:srgbClr val="5D6873"/>
                </a:solidFill>
              </a:defRPr>
            </a:lvl4pPr>
            <a:lvl5pPr algn="r">
              <a:defRPr sz="900" b="0" i="0">
                <a:solidFill>
                  <a:srgbClr val="5D6873"/>
                </a:solidFill>
              </a:defRPr>
            </a:lvl5pPr>
            <a:lvl6pPr algn="r">
              <a:defRPr sz="900" b="0" i="0">
                <a:solidFill>
                  <a:srgbClr val="5D6873"/>
                </a:solidFill>
              </a:defRPr>
            </a:lvl6pPr>
            <a:lvl7pPr algn="r">
              <a:defRPr sz="900" b="0" i="0">
                <a:solidFill>
                  <a:srgbClr val="5D6873"/>
                </a:solidFill>
              </a:defRPr>
            </a:lvl7pPr>
            <a:lvl8pPr algn="r">
              <a:defRPr sz="900" b="0" i="0">
                <a:solidFill>
                  <a:srgbClr val="5D6873"/>
                </a:solidFill>
              </a:defRPr>
            </a:lvl8pPr>
            <a:lvl9pPr algn="r"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10207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5496B-9FBB-43B5-A06A-EB467DBF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0F315D"/>
                </a:solidFill>
              </a:defRPr>
            </a:defPPr>
            <a:lvl1pPr algn="l">
              <a:defRPr sz="2400" b="1" i="0">
                <a:solidFill>
                  <a:srgbClr val="0F315D"/>
                </a:solidFill>
              </a:defRPr>
            </a:lvl1pPr>
            <a:lvl2pPr algn="l">
              <a:defRPr sz="2400" b="1" i="0">
                <a:solidFill>
                  <a:srgbClr val="0F315D"/>
                </a:solidFill>
              </a:defRPr>
            </a:lvl2pPr>
            <a:lvl3pPr algn="l">
              <a:defRPr sz="2400" b="1" i="0">
                <a:solidFill>
                  <a:srgbClr val="0F315D"/>
                </a:solidFill>
              </a:defRPr>
            </a:lvl3pPr>
            <a:lvl4pPr algn="l">
              <a:defRPr sz="2400" b="1" i="0">
                <a:solidFill>
                  <a:srgbClr val="0F315D"/>
                </a:solidFill>
              </a:defRPr>
            </a:lvl4pPr>
            <a:lvl5pPr algn="l">
              <a:defRPr sz="2400" b="1" i="0">
                <a:solidFill>
                  <a:srgbClr val="0F315D"/>
                </a:solidFill>
              </a:defRPr>
            </a:lvl5pPr>
            <a:lvl6pPr algn="l">
              <a:defRPr sz="2400" b="1" i="0">
                <a:solidFill>
                  <a:srgbClr val="0F315D"/>
                </a:solidFill>
              </a:defRPr>
            </a:lvl6pPr>
            <a:lvl7pPr algn="l">
              <a:defRPr sz="2400" b="1" i="0">
                <a:solidFill>
                  <a:srgbClr val="0F315D"/>
                </a:solidFill>
              </a:defRPr>
            </a:lvl7pPr>
            <a:lvl8pPr algn="l">
              <a:defRPr sz="2400" b="1" i="0">
                <a:solidFill>
                  <a:srgbClr val="0F315D"/>
                </a:solidFill>
              </a:defRPr>
            </a:lvl8pPr>
            <a:lvl9pPr algn="l">
              <a:defRPr sz="24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0F315D"/>
                </a:solidFill>
              </a:defRPr>
            </a:pPr>
            <a:r>
              <a:rPr sz="2400" b="1" i="0">
                <a:solidFill>
                  <a:srgbClr val="0F315D"/>
                </a:solidFill>
              </a:rPr>
              <a:t>Results and attendance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6C948-8616-49CC-A19A-EB776B09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defRPr sz="1275" b="0" i="0">
                <a:solidFill>
                  <a:srgbClr val="5D6873"/>
                </a:solidFill>
              </a:defRPr>
            </a:lvl1pPr>
            <a:lvl2pPr algn="l">
              <a:defRPr sz="1275" b="0" i="0">
                <a:solidFill>
                  <a:srgbClr val="5D6873"/>
                </a:solidFill>
              </a:defRPr>
            </a:lvl2pPr>
            <a:lvl3pPr algn="l">
              <a:defRPr sz="1275" b="0" i="0">
                <a:solidFill>
                  <a:srgbClr val="5D6873"/>
                </a:solidFill>
              </a:defRPr>
            </a:lvl3pPr>
            <a:lvl4pPr algn="l">
              <a:defRPr sz="1275" b="0" i="0">
                <a:solidFill>
                  <a:srgbClr val="5D6873"/>
                </a:solidFill>
              </a:defRPr>
            </a:lvl4pPr>
            <a:lvl5pPr algn="l">
              <a:defRPr sz="1275" b="0" i="0">
                <a:solidFill>
                  <a:srgbClr val="5D6873"/>
                </a:solidFill>
              </a:defRPr>
            </a:lvl5pPr>
            <a:lvl6pPr algn="l">
              <a:defRPr sz="1275" b="0" i="0">
                <a:solidFill>
                  <a:srgbClr val="5D6873"/>
                </a:solidFill>
              </a:defRPr>
            </a:lvl6pPr>
            <a:lvl7pPr algn="l">
              <a:defRPr sz="1275" b="0" i="0">
                <a:solidFill>
                  <a:srgbClr val="5D6873"/>
                </a:solidFill>
              </a:defRPr>
            </a:lvl7pPr>
            <a:lvl8pPr algn="l">
              <a:defRPr sz="1275" b="0" i="0">
                <a:solidFill>
                  <a:srgbClr val="5D6873"/>
                </a:solidFill>
              </a:defRPr>
            </a:lvl8pPr>
            <a:lvl9pPr algn="l"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The stored record becomes immediately useful to staff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E9180-3A0D-4452-AC88-1237E9FA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 i="0">
                <a:solidFill>
                  <a:srgbClr val="0B6FA4"/>
                </a:solidFill>
              </a:defRPr>
            </a:defPPr>
            <a:lvl1pPr algn="r">
              <a:defRPr sz="1125" b="1" i="0">
                <a:solidFill>
                  <a:srgbClr val="0B6FA4"/>
                </a:solidFill>
              </a:defRPr>
            </a:lvl1pPr>
            <a:lvl2pPr algn="r">
              <a:defRPr sz="1125" b="1" i="0">
                <a:solidFill>
                  <a:srgbClr val="0B6FA4"/>
                </a:solidFill>
              </a:defRPr>
            </a:lvl2pPr>
            <a:lvl3pPr algn="r">
              <a:defRPr sz="1125" b="1" i="0">
                <a:solidFill>
                  <a:srgbClr val="0B6FA4"/>
                </a:solidFill>
              </a:defRPr>
            </a:lvl3pPr>
            <a:lvl4pPr algn="r">
              <a:defRPr sz="1125" b="1" i="0">
                <a:solidFill>
                  <a:srgbClr val="0B6FA4"/>
                </a:solidFill>
              </a:defRPr>
            </a:lvl4pPr>
            <a:lvl5pPr algn="r">
              <a:defRPr sz="1125" b="1" i="0">
                <a:solidFill>
                  <a:srgbClr val="0B6FA4"/>
                </a:solidFill>
              </a:defRPr>
            </a:lvl5pPr>
            <a:lvl6pPr algn="r">
              <a:defRPr sz="1125" b="1" i="0">
                <a:solidFill>
                  <a:srgbClr val="0B6FA4"/>
                </a:solidFill>
              </a:defRPr>
            </a:lvl6pPr>
            <a:lvl7pPr algn="r">
              <a:defRPr sz="1125" b="1" i="0">
                <a:solidFill>
                  <a:srgbClr val="0B6FA4"/>
                </a:solidFill>
              </a:defRPr>
            </a:lvl7pPr>
            <a:lvl8pPr algn="r">
              <a:defRPr sz="1125" b="1" i="0">
                <a:solidFill>
                  <a:srgbClr val="0B6FA4"/>
                </a:solidFill>
              </a:defRPr>
            </a:lvl8pPr>
            <a:lvl9pPr algn="r">
              <a:defRPr sz="1125" b="1" i="0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defRPr sz="1125" b="1" i="0">
                <a:solidFill>
                  <a:srgbClr val="0B6FA4"/>
                </a:solidFill>
              </a:defRPr>
            </a:pPr>
            <a:r>
              <a:rPr sz="1125" b="1" i="0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BEEB1-8542-4E18-8D6A-A4E5E818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2C09E-CB6D-4041-BB1C-9551FD1756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39007b0f448ae"/>
          <a:stretch xmlns:a="http://schemas.openxmlformats.org/drawingml/2006/main"/>
        </p:blipFill>
        <p:spPr>
          <a:xfrm xmlns:a="http://schemas.openxmlformats.org/drawingml/2006/main">
            <a:off x="647700" y="1562695"/>
            <a:ext cx="5286375" cy="3303984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11527-4FAC-4F80-8CB4-41B8CDB66B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8f11b769246bd"/>
          <a:stretch xmlns:a="http://schemas.openxmlformats.org/drawingml/2006/main"/>
        </p:blipFill>
        <p:spPr>
          <a:xfrm xmlns:a="http://schemas.openxmlformats.org/drawingml/2006/main">
            <a:off x="6257925" y="1562695"/>
            <a:ext cx="5286375" cy="33039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9D06C-46F0-4F85-9C7B-BCCD174C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0F315D"/>
                </a:solidFill>
              </a:defRPr>
            </a:defPPr>
            <a:lvl1pPr algn="l">
              <a:defRPr sz="1500" b="1" i="0">
                <a:solidFill>
                  <a:srgbClr val="0F315D"/>
                </a:solidFill>
              </a:defRPr>
            </a:lvl1pPr>
            <a:lvl2pPr algn="l">
              <a:defRPr sz="1500" b="1" i="0">
                <a:solidFill>
                  <a:srgbClr val="0F315D"/>
                </a:solidFill>
              </a:defRPr>
            </a:lvl2pPr>
            <a:lvl3pPr algn="l">
              <a:defRPr sz="1500" b="1" i="0">
                <a:solidFill>
                  <a:srgbClr val="0F315D"/>
                </a:solidFill>
              </a:defRPr>
            </a:lvl3pPr>
            <a:lvl4pPr algn="l">
              <a:defRPr sz="1500" b="1" i="0">
                <a:solidFill>
                  <a:srgbClr val="0F315D"/>
                </a:solidFill>
              </a:defRPr>
            </a:lvl4pPr>
            <a:lvl5pPr algn="l">
              <a:defRPr sz="1500" b="1" i="0">
                <a:solidFill>
                  <a:srgbClr val="0F315D"/>
                </a:solidFill>
              </a:defRPr>
            </a:lvl5pPr>
            <a:lvl6pPr algn="l">
              <a:defRPr sz="1500" b="1" i="0">
                <a:solidFill>
                  <a:srgbClr val="0F315D"/>
                </a:solidFill>
              </a:defRPr>
            </a:lvl6pPr>
            <a:lvl7pPr algn="l">
              <a:defRPr sz="1500" b="1" i="0">
                <a:solidFill>
                  <a:srgbClr val="0F315D"/>
                </a:solidFill>
              </a:defRPr>
            </a:lvl7pPr>
            <a:lvl8pPr algn="l">
              <a:defRPr sz="1500" b="1" i="0">
                <a:solidFill>
                  <a:srgbClr val="0F315D"/>
                </a:solidFill>
              </a:defRPr>
            </a:lvl8pPr>
            <a:lvl9pPr algn="l">
              <a:defRPr sz="15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F315D"/>
                </a:solidFill>
              </a:defRPr>
            </a:pPr>
            <a:r>
              <a:rPr sz="1500" b="1" i="0">
                <a:solidFill>
                  <a:srgbClr val="0F315D"/>
                </a:solidFill>
              </a:rPr>
              <a:t>Class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B6A94-5EBC-411A-8DFE-FAAE1D3E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defRPr sz="1275" b="0" i="0">
                <a:solidFill>
                  <a:srgbClr val="5D6873"/>
                </a:solidFill>
              </a:defRPr>
            </a:lvl1pPr>
            <a:lvl2pPr algn="l">
              <a:defRPr sz="1275" b="0" i="0">
                <a:solidFill>
                  <a:srgbClr val="5D6873"/>
                </a:solidFill>
              </a:defRPr>
            </a:lvl2pPr>
            <a:lvl3pPr algn="l">
              <a:defRPr sz="1275" b="0" i="0">
                <a:solidFill>
                  <a:srgbClr val="5D6873"/>
                </a:solidFill>
              </a:defRPr>
            </a:lvl3pPr>
            <a:lvl4pPr algn="l">
              <a:defRPr sz="1275" b="0" i="0">
                <a:solidFill>
                  <a:srgbClr val="5D6873"/>
                </a:solidFill>
              </a:defRPr>
            </a:lvl4pPr>
            <a:lvl5pPr algn="l">
              <a:defRPr sz="1275" b="0" i="0">
                <a:solidFill>
                  <a:srgbClr val="5D6873"/>
                </a:solidFill>
              </a:defRPr>
            </a:lvl5pPr>
            <a:lvl6pPr algn="l">
              <a:defRPr sz="1275" b="0" i="0">
                <a:solidFill>
                  <a:srgbClr val="5D6873"/>
                </a:solidFill>
              </a:defRPr>
            </a:lvl6pPr>
            <a:lvl7pPr algn="l">
              <a:defRPr sz="1275" b="0" i="0">
                <a:solidFill>
                  <a:srgbClr val="5D6873"/>
                </a:solidFill>
              </a:defRPr>
            </a:lvl7pPr>
            <a:lvl8pPr algn="l">
              <a:defRPr sz="1275" b="0" i="0">
                <a:solidFill>
                  <a:srgbClr val="5D6873"/>
                </a:solidFill>
              </a:defRPr>
            </a:lvl8pPr>
            <a:lvl9pPr algn="l"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Authorized staff can retrieve rankings and averages by class, term, and year.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E06A4-BF5A-4A73-A232-7803B5C8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67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0F315D"/>
                </a:solidFill>
              </a:defRPr>
            </a:defPPr>
            <a:lvl1pPr algn="l">
              <a:defRPr sz="1500" b="1" i="0">
                <a:solidFill>
                  <a:srgbClr val="0F315D"/>
                </a:solidFill>
              </a:defRPr>
            </a:lvl1pPr>
            <a:lvl2pPr algn="l">
              <a:defRPr sz="1500" b="1" i="0">
                <a:solidFill>
                  <a:srgbClr val="0F315D"/>
                </a:solidFill>
              </a:defRPr>
            </a:lvl2pPr>
            <a:lvl3pPr algn="l">
              <a:defRPr sz="1500" b="1" i="0">
                <a:solidFill>
                  <a:srgbClr val="0F315D"/>
                </a:solidFill>
              </a:defRPr>
            </a:lvl3pPr>
            <a:lvl4pPr algn="l">
              <a:defRPr sz="1500" b="1" i="0">
                <a:solidFill>
                  <a:srgbClr val="0F315D"/>
                </a:solidFill>
              </a:defRPr>
            </a:lvl4pPr>
            <a:lvl5pPr algn="l">
              <a:defRPr sz="1500" b="1" i="0">
                <a:solidFill>
                  <a:srgbClr val="0F315D"/>
                </a:solidFill>
              </a:defRPr>
            </a:lvl5pPr>
            <a:lvl6pPr algn="l">
              <a:defRPr sz="1500" b="1" i="0">
                <a:solidFill>
                  <a:srgbClr val="0F315D"/>
                </a:solidFill>
              </a:defRPr>
            </a:lvl6pPr>
            <a:lvl7pPr algn="l">
              <a:defRPr sz="1500" b="1" i="0">
                <a:solidFill>
                  <a:srgbClr val="0F315D"/>
                </a:solidFill>
              </a:defRPr>
            </a:lvl7pPr>
            <a:lvl8pPr algn="l">
              <a:defRPr sz="1500" b="1" i="0">
                <a:solidFill>
                  <a:srgbClr val="0F315D"/>
                </a:solidFill>
              </a:defRPr>
            </a:lvl8pPr>
            <a:lvl9pPr algn="l">
              <a:defRPr sz="15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0F315D"/>
                </a:solidFill>
              </a:defRPr>
            </a:pPr>
            <a:r>
              <a:rPr sz="1500" b="1" i="0">
                <a:solidFill>
                  <a:srgbClr val="0F315D"/>
                </a:solidFill>
              </a:rPr>
              <a:t>Attendance 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65C9B-21BC-4BEE-BF87-A3558C28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29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defRPr sz="1275" b="0" i="0">
                <a:solidFill>
                  <a:srgbClr val="5D6873"/>
                </a:solidFill>
              </a:defRPr>
            </a:lvl1pPr>
            <a:lvl2pPr algn="l">
              <a:defRPr sz="1275" b="0" i="0">
                <a:solidFill>
                  <a:srgbClr val="5D6873"/>
                </a:solidFill>
              </a:defRPr>
            </a:lvl2pPr>
            <a:lvl3pPr algn="l">
              <a:defRPr sz="1275" b="0" i="0">
                <a:solidFill>
                  <a:srgbClr val="5D6873"/>
                </a:solidFill>
              </a:defRPr>
            </a:lvl3pPr>
            <a:lvl4pPr algn="l">
              <a:defRPr sz="1275" b="0" i="0">
                <a:solidFill>
                  <a:srgbClr val="5D6873"/>
                </a:solidFill>
              </a:defRPr>
            </a:lvl4pPr>
            <a:lvl5pPr algn="l">
              <a:defRPr sz="1275" b="0" i="0">
                <a:solidFill>
                  <a:srgbClr val="5D6873"/>
                </a:solidFill>
              </a:defRPr>
            </a:lvl5pPr>
            <a:lvl6pPr algn="l">
              <a:defRPr sz="1275" b="0" i="0">
                <a:solidFill>
                  <a:srgbClr val="5D6873"/>
                </a:solidFill>
              </a:defRPr>
            </a:lvl6pPr>
            <a:lvl7pPr algn="l">
              <a:defRPr sz="1275" b="0" i="0">
                <a:solidFill>
                  <a:srgbClr val="5D6873"/>
                </a:solidFill>
              </a:defRPr>
            </a:lvl7pPr>
            <a:lvl8pPr algn="l">
              <a:defRPr sz="1275" b="0" i="0">
                <a:solidFill>
                  <a:srgbClr val="5D6873"/>
                </a:solidFill>
              </a:defRPr>
            </a:lvl8pPr>
            <a:lvl9pPr algn="l"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Teachers can open the correct roster and record status with optional remarks.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D1908-E933-4A43-ACF4-C853B44D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defRPr sz="900" b="0" i="0">
                <a:solidFill>
                  <a:srgbClr val="5D6873"/>
                </a:solidFill>
              </a:defRPr>
            </a:lvl1pPr>
            <a:lvl2pPr algn="r">
              <a:defRPr sz="900" b="0" i="0">
                <a:solidFill>
                  <a:srgbClr val="5D6873"/>
                </a:solidFill>
              </a:defRPr>
            </a:lvl2pPr>
            <a:lvl3pPr algn="r">
              <a:defRPr sz="900" b="0" i="0">
                <a:solidFill>
                  <a:srgbClr val="5D6873"/>
                </a:solidFill>
              </a:defRPr>
            </a:lvl3pPr>
            <a:lvl4pPr algn="r">
              <a:defRPr sz="900" b="0" i="0">
                <a:solidFill>
                  <a:srgbClr val="5D6873"/>
                </a:solidFill>
              </a:defRPr>
            </a:lvl4pPr>
            <a:lvl5pPr algn="r">
              <a:defRPr sz="900" b="0" i="0">
                <a:solidFill>
                  <a:srgbClr val="5D6873"/>
                </a:solidFill>
              </a:defRPr>
            </a:lvl5pPr>
            <a:lvl6pPr algn="r">
              <a:defRPr sz="900" b="0" i="0">
                <a:solidFill>
                  <a:srgbClr val="5D6873"/>
                </a:solidFill>
              </a:defRPr>
            </a:lvl6pPr>
            <a:lvl7pPr algn="r">
              <a:defRPr sz="900" b="0" i="0">
                <a:solidFill>
                  <a:srgbClr val="5D6873"/>
                </a:solidFill>
              </a:defRPr>
            </a:lvl7pPr>
            <a:lvl8pPr algn="r">
              <a:defRPr sz="900" b="0" i="0">
                <a:solidFill>
                  <a:srgbClr val="5D6873"/>
                </a:solidFill>
              </a:defRPr>
            </a:lvl8pPr>
            <a:lvl9pPr algn="r"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83873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4E761F-274B-4BC4-8F17-7B7B09AC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0F315D"/>
                </a:solidFill>
              </a:defRPr>
            </a:defPPr>
            <a:lvl1pPr algn="l">
              <a:defRPr sz="2400" b="1" i="0">
                <a:solidFill>
                  <a:srgbClr val="0F315D"/>
                </a:solidFill>
              </a:defRPr>
            </a:lvl1pPr>
            <a:lvl2pPr algn="l">
              <a:defRPr sz="2400" b="1" i="0">
                <a:solidFill>
                  <a:srgbClr val="0F315D"/>
                </a:solidFill>
              </a:defRPr>
            </a:lvl2pPr>
            <a:lvl3pPr algn="l">
              <a:defRPr sz="2400" b="1" i="0">
                <a:solidFill>
                  <a:srgbClr val="0F315D"/>
                </a:solidFill>
              </a:defRPr>
            </a:lvl3pPr>
            <a:lvl4pPr algn="l">
              <a:defRPr sz="2400" b="1" i="0">
                <a:solidFill>
                  <a:srgbClr val="0F315D"/>
                </a:solidFill>
              </a:defRPr>
            </a:lvl4pPr>
            <a:lvl5pPr algn="l">
              <a:defRPr sz="2400" b="1" i="0">
                <a:solidFill>
                  <a:srgbClr val="0F315D"/>
                </a:solidFill>
              </a:defRPr>
            </a:lvl5pPr>
            <a:lvl6pPr algn="l">
              <a:defRPr sz="2400" b="1" i="0">
                <a:solidFill>
                  <a:srgbClr val="0F315D"/>
                </a:solidFill>
              </a:defRPr>
            </a:lvl6pPr>
            <a:lvl7pPr algn="l">
              <a:defRPr sz="2400" b="1" i="0">
                <a:solidFill>
                  <a:srgbClr val="0F315D"/>
                </a:solidFill>
              </a:defRPr>
            </a:lvl7pPr>
            <a:lvl8pPr algn="l">
              <a:defRPr sz="2400" b="1" i="0">
                <a:solidFill>
                  <a:srgbClr val="0F315D"/>
                </a:solidFill>
              </a:defRPr>
            </a:lvl8pPr>
            <a:lvl9pPr algn="l">
              <a:defRPr sz="24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0F315D"/>
                </a:solidFill>
              </a:defRPr>
            </a:pPr>
            <a:r>
              <a:rPr sz="2400" b="1" i="0">
                <a:solidFill>
                  <a:srgbClr val="0F315D"/>
                </a:solidFill>
              </a:rPr>
              <a:t>Proposed 30 day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60E91-2F88-4B19-BFFD-0135340E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defRPr sz="1275" b="0" i="0">
                <a:solidFill>
                  <a:srgbClr val="5D6873"/>
                </a:solidFill>
              </a:defRPr>
            </a:lvl1pPr>
            <a:lvl2pPr algn="l">
              <a:defRPr sz="1275" b="0" i="0">
                <a:solidFill>
                  <a:srgbClr val="5D6873"/>
                </a:solidFill>
              </a:defRPr>
            </a:lvl2pPr>
            <a:lvl3pPr algn="l">
              <a:defRPr sz="1275" b="0" i="0">
                <a:solidFill>
                  <a:srgbClr val="5D6873"/>
                </a:solidFill>
              </a:defRPr>
            </a:lvl3pPr>
            <a:lvl4pPr algn="l">
              <a:defRPr sz="1275" b="0" i="0">
                <a:solidFill>
                  <a:srgbClr val="5D6873"/>
                </a:solidFill>
              </a:defRPr>
            </a:lvl4pPr>
            <a:lvl5pPr algn="l">
              <a:defRPr sz="1275" b="0" i="0">
                <a:solidFill>
                  <a:srgbClr val="5D6873"/>
                </a:solidFill>
              </a:defRPr>
            </a:lvl5pPr>
            <a:lvl6pPr algn="l">
              <a:defRPr sz="1275" b="0" i="0">
                <a:solidFill>
                  <a:srgbClr val="5D6873"/>
                </a:solidFill>
              </a:defRPr>
            </a:lvl6pPr>
            <a:lvl7pPr algn="l">
              <a:defRPr sz="1275" b="0" i="0">
                <a:solidFill>
                  <a:srgbClr val="5D6873"/>
                </a:solidFill>
              </a:defRPr>
            </a:lvl7pPr>
            <a:lvl8pPr algn="l">
              <a:defRPr sz="1275" b="0" i="0">
                <a:solidFill>
                  <a:srgbClr val="5D6873"/>
                </a:solidFill>
              </a:defRPr>
            </a:lvl8pPr>
            <a:lvl9pPr algn="l"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A controlled evaluation using agreed data and named users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961C0-806A-4276-BC79-1C05474E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 i="0">
                <a:solidFill>
                  <a:srgbClr val="0B6FA4"/>
                </a:solidFill>
              </a:defRPr>
            </a:defPPr>
            <a:lvl1pPr algn="r">
              <a:defRPr sz="1125" b="1" i="0">
                <a:solidFill>
                  <a:srgbClr val="0B6FA4"/>
                </a:solidFill>
              </a:defRPr>
            </a:lvl1pPr>
            <a:lvl2pPr algn="r">
              <a:defRPr sz="1125" b="1" i="0">
                <a:solidFill>
                  <a:srgbClr val="0B6FA4"/>
                </a:solidFill>
              </a:defRPr>
            </a:lvl2pPr>
            <a:lvl3pPr algn="r">
              <a:defRPr sz="1125" b="1" i="0">
                <a:solidFill>
                  <a:srgbClr val="0B6FA4"/>
                </a:solidFill>
              </a:defRPr>
            </a:lvl3pPr>
            <a:lvl4pPr algn="r">
              <a:defRPr sz="1125" b="1" i="0">
                <a:solidFill>
                  <a:srgbClr val="0B6FA4"/>
                </a:solidFill>
              </a:defRPr>
            </a:lvl4pPr>
            <a:lvl5pPr algn="r">
              <a:defRPr sz="1125" b="1" i="0">
                <a:solidFill>
                  <a:srgbClr val="0B6FA4"/>
                </a:solidFill>
              </a:defRPr>
            </a:lvl5pPr>
            <a:lvl6pPr algn="r">
              <a:defRPr sz="1125" b="1" i="0">
                <a:solidFill>
                  <a:srgbClr val="0B6FA4"/>
                </a:solidFill>
              </a:defRPr>
            </a:lvl6pPr>
            <a:lvl7pPr algn="r">
              <a:defRPr sz="1125" b="1" i="0">
                <a:solidFill>
                  <a:srgbClr val="0B6FA4"/>
                </a:solidFill>
              </a:defRPr>
            </a:lvl7pPr>
            <a:lvl8pPr algn="r">
              <a:defRPr sz="1125" b="1" i="0">
                <a:solidFill>
                  <a:srgbClr val="0B6FA4"/>
                </a:solidFill>
              </a:defRPr>
            </a:lvl8pPr>
            <a:lvl9pPr algn="r">
              <a:defRPr sz="1125" b="1" i="0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defRPr sz="1125" b="1" i="0">
                <a:solidFill>
                  <a:srgbClr val="0B6FA4"/>
                </a:solidFill>
              </a:defRPr>
            </a:pPr>
            <a:r>
              <a:rPr sz="1125" b="1" i="0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B098C-5462-4E3A-B77B-4831A20C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06E7E-8C17-4D1A-8233-D2C77210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B8A72"/>
                </a:solidFill>
              </a:defRPr>
            </a:defPPr>
            <a:lvl1pPr algn="l">
              <a:defRPr sz="1275" b="1" i="0">
                <a:solidFill>
                  <a:srgbClr val="1B8A72"/>
                </a:solidFill>
              </a:defRPr>
            </a:lvl1pPr>
            <a:lvl2pPr algn="l">
              <a:defRPr sz="1275" b="1" i="0">
                <a:solidFill>
                  <a:srgbClr val="1B8A72"/>
                </a:solidFill>
              </a:defRPr>
            </a:lvl2pPr>
            <a:lvl3pPr algn="l">
              <a:defRPr sz="1275" b="1" i="0">
                <a:solidFill>
                  <a:srgbClr val="1B8A72"/>
                </a:solidFill>
              </a:defRPr>
            </a:lvl3pPr>
            <a:lvl4pPr algn="l">
              <a:defRPr sz="1275" b="1" i="0">
                <a:solidFill>
                  <a:srgbClr val="1B8A72"/>
                </a:solidFill>
              </a:defRPr>
            </a:lvl4pPr>
            <a:lvl5pPr algn="l">
              <a:defRPr sz="1275" b="1" i="0">
                <a:solidFill>
                  <a:srgbClr val="1B8A72"/>
                </a:solidFill>
              </a:defRPr>
            </a:lvl5pPr>
            <a:lvl6pPr algn="l">
              <a:defRPr sz="1275" b="1" i="0">
                <a:solidFill>
                  <a:srgbClr val="1B8A72"/>
                </a:solidFill>
              </a:defRPr>
            </a:lvl6pPr>
            <a:lvl7pPr algn="l">
              <a:defRPr sz="1275" b="1" i="0">
                <a:solidFill>
                  <a:srgbClr val="1B8A72"/>
                </a:solidFill>
              </a:defRPr>
            </a:lvl7pPr>
            <a:lvl8pPr algn="l">
              <a:defRPr sz="1275" b="1" i="0">
                <a:solidFill>
                  <a:srgbClr val="1B8A72"/>
                </a:solidFill>
              </a:defRPr>
            </a:lvl8pPr>
            <a:lvl9pPr algn="l">
              <a:defRPr sz="1275" b="1" i="0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B8A72"/>
                </a:solidFill>
              </a:defRPr>
            </a:pPr>
            <a:r>
              <a:rPr sz="1275" b="1" i="0">
                <a:solidFill>
                  <a:srgbClr val="1B8A72"/>
                </a:solidFill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E6FDF-3CD0-446B-A654-381CAF04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00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0F315D"/>
                </a:solidFill>
              </a:defRPr>
            </a:defPPr>
            <a:lvl1pPr algn="l">
              <a:defRPr sz="1725" b="1" i="0">
                <a:solidFill>
                  <a:srgbClr val="0F315D"/>
                </a:solidFill>
              </a:defRPr>
            </a:lvl1pPr>
            <a:lvl2pPr algn="l">
              <a:defRPr sz="1725" b="1" i="0">
                <a:solidFill>
                  <a:srgbClr val="0F315D"/>
                </a:solidFill>
              </a:defRPr>
            </a:lvl2pPr>
            <a:lvl3pPr algn="l">
              <a:defRPr sz="1725" b="1" i="0">
                <a:solidFill>
                  <a:srgbClr val="0F315D"/>
                </a:solidFill>
              </a:defRPr>
            </a:lvl3pPr>
            <a:lvl4pPr algn="l">
              <a:defRPr sz="1725" b="1" i="0">
                <a:solidFill>
                  <a:srgbClr val="0F315D"/>
                </a:solidFill>
              </a:defRPr>
            </a:lvl4pPr>
            <a:lvl5pPr algn="l">
              <a:defRPr sz="1725" b="1" i="0">
                <a:solidFill>
                  <a:srgbClr val="0F315D"/>
                </a:solidFill>
              </a:defRPr>
            </a:lvl5pPr>
            <a:lvl6pPr algn="l">
              <a:defRPr sz="1725" b="1" i="0">
                <a:solidFill>
                  <a:srgbClr val="0F315D"/>
                </a:solidFill>
              </a:defRPr>
            </a:lvl6pPr>
            <a:lvl7pPr algn="l">
              <a:defRPr sz="1725" b="1" i="0">
                <a:solidFill>
                  <a:srgbClr val="0F315D"/>
                </a:solidFill>
              </a:defRPr>
            </a:lvl7pPr>
            <a:lvl8pPr algn="l">
              <a:defRPr sz="1725" b="1" i="0">
                <a:solidFill>
                  <a:srgbClr val="0F315D"/>
                </a:solidFill>
              </a:defRPr>
            </a:lvl8pPr>
            <a:lvl9pPr algn="l">
              <a:defRPr sz="1725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0F315D"/>
                </a:solidFill>
              </a:defRPr>
            </a:pPr>
            <a:r>
              <a:rPr sz="1725" b="1" i="0">
                <a:solidFill>
                  <a:srgbClr val="0F315D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ADA1D-37A2-4C4E-9A42-735A1344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3202C"/>
                </a:solidFill>
              </a:defRPr>
            </a:defPPr>
            <a:lvl1pPr algn="l">
              <a:defRPr sz="1350" b="0" i="0">
                <a:solidFill>
                  <a:srgbClr val="13202C"/>
                </a:solidFill>
              </a:defRPr>
            </a:lvl1pPr>
            <a:lvl2pPr algn="l">
              <a:defRPr sz="1350" b="0" i="0">
                <a:solidFill>
                  <a:srgbClr val="13202C"/>
                </a:solidFill>
              </a:defRPr>
            </a:lvl2pPr>
            <a:lvl3pPr algn="l">
              <a:defRPr sz="1350" b="0" i="0">
                <a:solidFill>
                  <a:srgbClr val="13202C"/>
                </a:solidFill>
              </a:defRPr>
            </a:lvl3pPr>
            <a:lvl4pPr algn="l">
              <a:defRPr sz="1350" b="0" i="0">
                <a:solidFill>
                  <a:srgbClr val="13202C"/>
                </a:solidFill>
              </a:defRPr>
            </a:lvl4pPr>
            <a:lvl5pPr algn="l">
              <a:defRPr sz="1350" b="0" i="0">
                <a:solidFill>
                  <a:srgbClr val="13202C"/>
                </a:solidFill>
              </a:defRPr>
            </a:lvl5pPr>
            <a:lvl6pPr algn="l">
              <a:defRPr sz="1350" b="0" i="0">
                <a:solidFill>
                  <a:srgbClr val="13202C"/>
                </a:solidFill>
              </a:defRPr>
            </a:lvl6pPr>
            <a:lvl7pPr algn="l">
              <a:defRPr sz="1350" b="0" i="0">
                <a:solidFill>
                  <a:srgbClr val="13202C"/>
                </a:solidFill>
              </a:defRPr>
            </a:lvl7pPr>
            <a:lvl8pPr algn="l">
              <a:defRPr sz="1350" b="0" i="0">
                <a:solidFill>
                  <a:srgbClr val="13202C"/>
                </a:solidFill>
              </a:defRPr>
            </a:lvl8pPr>
            <a:lvl9pPr algn="l">
              <a:defRPr sz="1350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3202C"/>
                </a:solidFill>
              </a:defRPr>
            </a:pPr>
            <a:r>
              <a:rPr sz="1350" b="0" i="0">
                <a:solidFill>
                  <a:srgbClr val="13202C"/>
                </a:solidFill>
              </a:rPr>
              <a:t>Confirm scope, clean one data file, configure users and academic settings.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DF393-9ABB-4419-8C7E-BFDC68E6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62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FB710-6146-4A4C-9C8F-E650FD0B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B8A72"/>
                </a:solidFill>
              </a:defRPr>
            </a:defPPr>
            <a:lvl1pPr algn="l">
              <a:defRPr sz="1275" b="1" i="0">
                <a:solidFill>
                  <a:srgbClr val="1B8A72"/>
                </a:solidFill>
              </a:defRPr>
            </a:lvl1pPr>
            <a:lvl2pPr algn="l">
              <a:defRPr sz="1275" b="1" i="0">
                <a:solidFill>
                  <a:srgbClr val="1B8A72"/>
                </a:solidFill>
              </a:defRPr>
            </a:lvl2pPr>
            <a:lvl3pPr algn="l">
              <a:defRPr sz="1275" b="1" i="0">
                <a:solidFill>
                  <a:srgbClr val="1B8A72"/>
                </a:solidFill>
              </a:defRPr>
            </a:lvl3pPr>
            <a:lvl4pPr algn="l">
              <a:defRPr sz="1275" b="1" i="0">
                <a:solidFill>
                  <a:srgbClr val="1B8A72"/>
                </a:solidFill>
              </a:defRPr>
            </a:lvl4pPr>
            <a:lvl5pPr algn="l">
              <a:defRPr sz="1275" b="1" i="0">
                <a:solidFill>
                  <a:srgbClr val="1B8A72"/>
                </a:solidFill>
              </a:defRPr>
            </a:lvl5pPr>
            <a:lvl6pPr algn="l">
              <a:defRPr sz="1275" b="1" i="0">
                <a:solidFill>
                  <a:srgbClr val="1B8A72"/>
                </a:solidFill>
              </a:defRPr>
            </a:lvl6pPr>
            <a:lvl7pPr algn="l">
              <a:defRPr sz="1275" b="1" i="0">
                <a:solidFill>
                  <a:srgbClr val="1B8A72"/>
                </a:solidFill>
              </a:defRPr>
            </a:lvl7pPr>
            <a:lvl8pPr algn="l">
              <a:defRPr sz="1275" b="1" i="0">
                <a:solidFill>
                  <a:srgbClr val="1B8A72"/>
                </a:solidFill>
              </a:defRPr>
            </a:lvl8pPr>
            <a:lvl9pPr algn="l">
              <a:defRPr sz="1275" b="1" i="0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B8A72"/>
                </a:solidFill>
              </a:defRPr>
            </a:pPr>
            <a:r>
              <a:rPr sz="1275" b="1" i="0">
                <a:solidFill>
                  <a:srgbClr val="1B8A72"/>
                </a:solidFill>
              </a:rPr>
              <a:t>Week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76308-2B7D-4669-9E38-A6B89B90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67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0F315D"/>
                </a:solidFill>
              </a:defRPr>
            </a:defPPr>
            <a:lvl1pPr algn="l">
              <a:defRPr sz="1725" b="1" i="0">
                <a:solidFill>
                  <a:srgbClr val="0F315D"/>
                </a:solidFill>
              </a:defRPr>
            </a:lvl1pPr>
            <a:lvl2pPr algn="l">
              <a:defRPr sz="1725" b="1" i="0">
                <a:solidFill>
                  <a:srgbClr val="0F315D"/>
                </a:solidFill>
              </a:defRPr>
            </a:lvl2pPr>
            <a:lvl3pPr algn="l">
              <a:defRPr sz="1725" b="1" i="0">
                <a:solidFill>
                  <a:srgbClr val="0F315D"/>
                </a:solidFill>
              </a:defRPr>
            </a:lvl3pPr>
            <a:lvl4pPr algn="l">
              <a:defRPr sz="1725" b="1" i="0">
                <a:solidFill>
                  <a:srgbClr val="0F315D"/>
                </a:solidFill>
              </a:defRPr>
            </a:lvl4pPr>
            <a:lvl5pPr algn="l">
              <a:defRPr sz="1725" b="1" i="0">
                <a:solidFill>
                  <a:srgbClr val="0F315D"/>
                </a:solidFill>
              </a:defRPr>
            </a:lvl5pPr>
            <a:lvl6pPr algn="l">
              <a:defRPr sz="1725" b="1" i="0">
                <a:solidFill>
                  <a:srgbClr val="0F315D"/>
                </a:solidFill>
              </a:defRPr>
            </a:lvl6pPr>
            <a:lvl7pPr algn="l">
              <a:defRPr sz="1725" b="1" i="0">
                <a:solidFill>
                  <a:srgbClr val="0F315D"/>
                </a:solidFill>
              </a:defRPr>
            </a:lvl7pPr>
            <a:lvl8pPr algn="l">
              <a:defRPr sz="1725" b="1" i="0">
                <a:solidFill>
                  <a:srgbClr val="0F315D"/>
                </a:solidFill>
              </a:defRPr>
            </a:lvl8pPr>
            <a:lvl9pPr algn="l">
              <a:defRPr sz="1725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0F315D"/>
                </a:solidFill>
              </a:defRPr>
            </a:pPr>
            <a:r>
              <a:rPr sz="1725" b="1" i="0">
                <a:solidFill>
                  <a:srgbClr val="0F315D"/>
                </a:solidFill>
              </a:rPr>
              <a:t>Train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95A3A-793A-43E9-B782-DB1FCB4F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3202C"/>
                </a:solidFill>
              </a:defRPr>
            </a:defPPr>
            <a:lvl1pPr algn="l">
              <a:defRPr sz="1350" b="0" i="0">
                <a:solidFill>
                  <a:srgbClr val="13202C"/>
                </a:solidFill>
              </a:defRPr>
            </a:lvl1pPr>
            <a:lvl2pPr algn="l">
              <a:defRPr sz="1350" b="0" i="0">
                <a:solidFill>
                  <a:srgbClr val="13202C"/>
                </a:solidFill>
              </a:defRPr>
            </a:lvl2pPr>
            <a:lvl3pPr algn="l">
              <a:defRPr sz="1350" b="0" i="0">
                <a:solidFill>
                  <a:srgbClr val="13202C"/>
                </a:solidFill>
              </a:defRPr>
            </a:lvl3pPr>
            <a:lvl4pPr algn="l">
              <a:defRPr sz="1350" b="0" i="0">
                <a:solidFill>
                  <a:srgbClr val="13202C"/>
                </a:solidFill>
              </a:defRPr>
            </a:lvl4pPr>
            <a:lvl5pPr algn="l">
              <a:defRPr sz="1350" b="0" i="0">
                <a:solidFill>
                  <a:srgbClr val="13202C"/>
                </a:solidFill>
              </a:defRPr>
            </a:lvl5pPr>
            <a:lvl6pPr algn="l">
              <a:defRPr sz="1350" b="0" i="0">
                <a:solidFill>
                  <a:srgbClr val="13202C"/>
                </a:solidFill>
              </a:defRPr>
            </a:lvl6pPr>
            <a:lvl7pPr algn="l">
              <a:defRPr sz="1350" b="0" i="0">
                <a:solidFill>
                  <a:srgbClr val="13202C"/>
                </a:solidFill>
              </a:defRPr>
            </a:lvl7pPr>
            <a:lvl8pPr algn="l">
              <a:defRPr sz="1350" b="0" i="0">
                <a:solidFill>
                  <a:srgbClr val="13202C"/>
                </a:solidFill>
              </a:defRPr>
            </a:lvl8pPr>
            <a:lvl9pPr algn="l">
              <a:defRPr sz="1350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3202C"/>
                </a:solidFill>
              </a:defRPr>
            </a:pPr>
            <a:r>
              <a:rPr sz="1350" b="0" i="0">
                <a:solidFill>
                  <a:srgbClr val="13202C"/>
                </a:solidFill>
              </a:rPr>
              <a:t>Train the administrator and teachers on the agreed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CE69C-67D6-427F-8E22-7417C80B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29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A9C4E-B34D-451C-AE40-1906885C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B8A72"/>
                </a:solidFill>
              </a:defRPr>
            </a:defPPr>
            <a:lvl1pPr algn="l">
              <a:defRPr sz="1275" b="1" i="0">
                <a:solidFill>
                  <a:srgbClr val="1B8A72"/>
                </a:solidFill>
              </a:defRPr>
            </a:lvl1pPr>
            <a:lvl2pPr algn="l">
              <a:defRPr sz="1275" b="1" i="0">
                <a:solidFill>
                  <a:srgbClr val="1B8A72"/>
                </a:solidFill>
              </a:defRPr>
            </a:lvl2pPr>
            <a:lvl3pPr algn="l">
              <a:defRPr sz="1275" b="1" i="0">
                <a:solidFill>
                  <a:srgbClr val="1B8A72"/>
                </a:solidFill>
              </a:defRPr>
            </a:lvl3pPr>
            <a:lvl4pPr algn="l">
              <a:defRPr sz="1275" b="1" i="0">
                <a:solidFill>
                  <a:srgbClr val="1B8A72"/>
                </a:solidFill>
              </a:defRPr>
            </a:lvl4pPr>
            <a:lvl5pPr algn="l">
              <a:defRPr sz="1275" b="1" i="0">
                <a:solidFill>
                  <a:srgbClr val="1B8A72"/>
                </a:solidFill>
              </a:defRPr>
            </a:lvl5pPr>
            <a:lvl6pPr algn="l">
              <a:defRPr sz="1275" b="1" i="0">
                <a:solidFill>
                  <a:srgbClr val="1B8A72"/>
                </a:solidFill>
              </a:defRPr>
            </a:lvl6pPr>
            <a:lvl7pPr algn="l">
              <a:defRPr sz="1275" b="1" i="0">
                <a:solidFill>
                  <a:srgbClr val="1B8A72"/>
                </a:solidFill>
              </a:defRPr>
            </a:lvl7pPr>
            <a:lvl8pPr algn="l">
              <a:defRPr sz="1275" b="1" i="0">
                <a:solidFill>
                  <a:srgbClr val="1B8A72"/>
                </a:solidFill>
              </a:defRPr>
            </a:lvl8pPr>
            <a:lvl9pPr algn="l">
              <a:defRPr sz="1275" b="1" i="0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B8A72"/>
                </a:solidFill>
              </a:defRPr>
            </a:pPr>
            <a:r>
              <a:rPr sz="1275" b="1" i="0">
                <a:solidFill>
                  <a:srgbClr val="1B8A72"/>
                </a:solidFill>
              </a:rPr>
              <a:t>Week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6BB90-09C4-4AFD-8AD7-2006F782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33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0F315D"/>
                </a:solidFill>
              </a:defRPr>
            </a:defPPr>
            <a:lvl1pPr algn="l">
              <a:defRPr sz="1725" b="1" i="0">
                <a:solidFill>
                  <a:srgbClr val="0F315D"/>
                </a:solidFill>
              </a:defRPr>
            </a:lvl1pPr>
            <a:lvl2pPr algn="l">
              <a:defRPr sz="1725" b="1" i="0">
                <a:solidFill>
                  <a:srgbClr val="0F315D"/>
                </a:solidFill>
              </a:defRPr>
            </a:lvl2pPr>
            <a:lvl3pPr algn="l">
              <a:defRPr sz="1725" b="1" i="0">
                <a:solidFill>
                  <a:srgbClr val="0F315D"/>
                </a:solidFill>
              </a:defRPr>
            </a:lvl3pPr>
            <a:lvl4pPr algn="l">
              <a:defRPr sz="1725" b="1" i="0">
                <a:solidFill>
                  <a:srgbClr val="0F315D"/>
                </a:solidFill>
              </a:defRPr>
            </a:lvl4pPr>
            <a:lvl5pPr algn="l">
              <a:defRPr sz="1725" b="1" i="0">
                <a:solidFill>
                  <a:srgbClr val="0F315D"/>
                </a:solidFill>
              </a:defRPr>
            </a:lvl5pPr>
            <a:lvl6pPr algn="l">
              <a:defRPr sz="1725" b="1" i="0">
                <a:solidFill>
                  <a:srgbClr val="0F315D"/>
                </a:solidFill>
              </a:defRPr>
            </a:lvl6pPr>
            <a:lvl7pPr algn="l">
              <a:defRPr sz="1725" b="1" i="0">
                <a:solidFill>
                  <a:srgbClr val="0F315D"/>
                </a:solidFill>
              </a:defRPr>
            </a:lvl7pPr>
            <a:lvl8pPr algn="l">
              <a:defRPr sz="1725" b="1" i="0">
                <a:solidFill>
                  <a:srgbClr val="0F315D"/>
                </a:solidFill>
              </a:defRPr>
            </a:lvl8pPr>
            <a:lvl9pPr algn="l">
              <a:defRPr sz="1725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0F315D"/>
                </a:solidFill>
              </a:defRPr>
            </a:pPr>
            <a:r>
              <a:rPr sz="1725" b="1" i="0">
                <a:solidFill>
                  <a:srgbClr val="0F315D"/>
                </a:solidFill>
              </a:rPr>
              <a:t>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4B7D9-C117-4154-B783-4A00FC07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528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3202C"/>
                </a:solidFill>
              </a:defRPr>
            </a:defPPr>
            <a:lvl1pPr algn="l">
              <a:defRPr sz="1350" b="0" i="0">
                <a:solidFill>
                  <a:srgbClr val="13202C"/>
                </a:solidFill>
              </a:defRPr>
            </a:lvl1pPr>
            <a:lvl2pPr algn="l">
              <a:defRPr sz="1350" b="0" i="0">
                <a:solidFill>
                  <a:srgbClr val="13202C"/>
                </a:solidFill>
              </a:defRPr>
            </a:lvl2pPr>
            <a:lvl3pPr algn="l">
              <a:defRPr sz="1350" b="0" i="0">
                <a:solidFill>
                  <a:srgbClr val="13202C"/>
                </a:solidFill>
              </a:defRPr>
            </a:lvl3pPr>
            <a:lvl4pPr algn="l">
              <a:defRPr sz="1350" b="0" i="0">
                <a:solidFill>
                  <a:srgbClr val="13202C"/>
                </a:solidFill>
              </a:defRPr>
            </a:lvl4pPr>
            <a:lvl5pPr algn="l">
              <a:defRPr sz="1350" b="0" i="0">
                <a:solidFill>
                  <a:srgbClr val="13202C"/>
                </a:solidFill>
              </a:defRPr>
            </a:lvl5pPr>
            <a:lvl6pPr algn="l">
              <a:defRPr sz="1350" b="0" i="0">
                <a:solidFill>
                  <a:srgbClr val="13202C"/>
                </a:solidFill>
              </a:defRPr>
            </a:lvl6pPr>
            <a:lvl7pPr algn="l">
              <a:defRPr sz="1350" b="0" i="0">
                <a:solidFill>
                  <a:srgbClr val="13202C"/>
                </a:solidFill>
              </a:defRPr>
            </a:lvl7pPr>
            <a:lvl8pPr algn="l">
              <a:defRPr sz="1350" b="0" i="0">
                <a:solidFill>
                  <a:srgbClr val="13202C"/>
                </a:solidFill>
              </a:defRPr>
            </a:lvl8pPr>
            <a:lvl9pPr algn="l">
              <a:defRPr sz="1350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3202C"/>
                </a:solidFill>
              </a:defRPr>
            </a:pPr>
            <a:r>
              <a:rPr sz="1350" b="0" i="0">
                <a:solidFill>
                  <a:srgbClr val="13202C"/>
                </a:solidFill>
              </a:rPr>
              <a:t>Run student records, marks, results, and attendance with support.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10D3E-998F-4E4B-81AA-38E8ED45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95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919D3-C1F6-4A46-B1A0-863621AF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B8A72"/>
                </a:solidFill>
              </a:defRPr>
            </a:defPPr>
            <a:lvl1pPr algn="l">
              <a:defRPr sz="1275" b="1" i="0">
                <a:solidFill>
                  <a:srgbClr val="1B8A72"/>
                </a:solidFill>
              </a:defRPr>
            </a:lvl1pPr>
            <a:lvl2pPr algn="l">
              <a:defRPr sz="1275" b="1" i="0">
                <a:solidFill>
                  <a:srgbClr val="1B8A72"/>
                </a:solidFill>
              </a:defRPr>
            </a:lvl2pPr>
            <a:lvl3pPr algn="l">
              <a:defRPr sz="1275" b="1" i="0">
                <a:solidFill>
                  <a:srgbClr val="1B8A72"/>
                </a:solidFill>
              </a:defRPr>
            </a:lvl3pPr>
            <a:lvl4pPr algn="l">
              <a:defRPr sz="1275" b="1" i="0">
                <a:solidFill>
                  <a:srgbClr val="1B8A72"/>
                </a:solidFill>
              </a:defRPr>
            </a:lvl4pPr>
            <a:lvl5pPr algn="l">
              <a:defRPr sz="1275" b="1" i="0">
                <a:solidFill>
                  <a:srgbClr val="1B8A72"/>
                </a:solidFill>
              </a:defRPr>
            </a:lvl5pPr>
            <a:lvl6pPr algn="l">
              <a:defRPr sz="1275" b="1" i="0">
                <a:solidFill>
                  <a:srgbClr val="1B8A72"/>
                </a:solidFill>
              </a:defRPr>
            </a:lvl6pPr>
            <a:lvl7pPr algn="l">
              <a:defRPr sz="1275" b="1" i="0">
                <a:solidFill>
                  <a:srgbClr val="1B8A72"/>
                </a:solidFill>
              </a:defRPr>
            </a:lvl7pPr>
            <a:lvl8pPr algn="l">
              <a:defRPr sz="1275" b="1" i="0">
                <a:solidFill>
                  <a:srgbClr val="1B8A72"/>
                </a:solidFill>
              </a:defRPr>
            </a:lvl8pPr>
            <a:lvl9pPr algn="l">
              <a:defRPr sz="1275" b="1" i="0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B8A72"/>
                </a:solidFill>
              </a:defRPr>
            </a:pPr>
            <a:r>
              <a:rPr sz="1275" b="1" i="0">
                <a:solidFill>
                  <a:srgbClr val="1B8A72"/>
                </a:solidFill>
              </a:rPr>
              <a:t>Week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E21A4-F1CA-427D-A0B1-FCBDEF35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00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0F315D"/>
                </a:solidFill>
              </a:defRPr>
            </a:defPPr>
            <a:lvl1pPr algn="l">
              <a:defRPr sz="1725" b="1" i="0">
                <a:solidFill>
                  <a:srgbClr val="0F315D"/>
                </a:solidFill>
              </a:defRPr>
            </a:lvl1pPr>
            <a:lvl2pPr algn="l">
              <a:defRPr sz="1725" b="1" i="0">
                <a:solidFill>
                  <a:srgbClr val="0F315D"/>
                </a:solidFill>
              </a:defRPr>
            </a:lvl2pPr>
            <a:lvl3pPr algn="l">
              <a:defRPr sz="1725" b="1" i="0">
                <a:solidFill>
                  <a:srgbClr val="0F315D"/>
                </a:solidFill>
              </a:defRPr>
            </a:lvl3pPr>
            <a:lvl4pPr algn="l">
              <a:defRPr sz="1725" b="1" i="0">
                <a:solidFill>
                  <a:srgbClr val="0F315D"/>
                </a:solidFill>
              </a:defRPr>
            </a:lvl4pPr>
            <a:lvl5pPr algn="l">
              <a:defRPr sz="1725" b="1" i="0">
                <a:solidFill>
                  <a:srgbClr val="0F315D"/>
                </a:solidFill>
              </a:defRPr>
            </a:lvl5pPr>
            <a:lvl6pPr algn="l">
              <a:defRPr sz="1725" b="1" i="0">
                <a:solidFill>
                  <a:srgbClr val="0F315D"/>
                </a:solidFill>
              </a:defRPr>
            </a:lvl6pPr>
            <a:lvl7pPr algn="l">
              <a:defRPr sz="1725" b="1" i="0">
                <a:solidFill>
                  <a:srgbClr val="0F315D"/>
                </a:solidFill>
              </a:defRPr>
            </a:lvl7pPr>
            <a:lvl8pPr algn="l">
              <a:defRPr sz="1725" b="1" i="0">
                <a:solidFill>
                  <a:srgbClr val="0F315D"/>
                </a:solidFill>
              </a:defRPr>
            </a:lvl8pPr>
            <a:lvl9pPr algn="l">
              <a:defRPr sz="1725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0F315D"/>
                </a:solidFill>
              </a:defRPr>
            </a:pPr>
            <a:r>
              <a:rPr sz="1725" b="1" i="0">
                <a:solidFill>
                  <a:srgbClr val="0F315D"/>
                </a:solidFill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FE9A3B-E7BF-4F3E-A660-70A3B44D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3202C"/>
                </a:solidFill>
              </a:defRPr>
            </a:defPPr>
            <a:lvl1pPr algn="l">
              <a:defRPr sz="1350" b="0" i="0">
                <a:solidFill>
                  <a:srgbClr val="13202C"/>
                </a:solidFill>
              </a:defRPr>
            </a:lvl1pPr>
            <a:lvl2pPr algn="l">
              <a:defRPr sz="1350" b="0" i="0">
                <a:solidFill>
                  <a:srgbClr val="13202C"/>
                </a:solidFill>
              </a:defRPr>
            </a:lvl2pPr>
            <a:lvl3pPr algn="l">
              <a:defRPr sz="1350" b="0" i="0">
                <a:solidFill>
                  <a:srgbClr val="13202C"/>
                </a:solidFill>
              </a:defRPr>
            </a:lvl3pPr>
            <a:lvl4pPr algn="l">
              <a:defRPr sz="1350" b="0" i="0">
                <a:solidFill>
                  <a:srgbClr val="13202C"/>
                </a:solidFill>
              </a:defRPr>
            </a:lvl4pPr>
            <a:lvl5pPr algn="l">
              <a:defRPr sz="1350" b="0" i="0">
                <a:solidFill>
                  <a:srgbClr val="13202C"/>
                </a:solidFill>
              </a:defRPr>
            </a:lvl5pPr>
            <a:lvl6pPr algn="l">
              <a:defRPr sz="1350" b="0" i="0">
                <a:solidFill>
                  <a:srgbClr val="13202C"/>
                </a:solidFill>
              </a:defRPr>
            </a:lvl6pPr>
            <a:lvl7pPr algn="l">
              <a:defRPr sz="1350" b="0" i="0">
                <a:solidFill>
                  <a:srgbClr val="13202C"/>
                </a:solidFill>
              </a:defRPr>
            </a:lvl7pPr>
            <a:lvl8pPr algn="l">
              <a:defRPr sz="1350" b="0" i="0">
                <a:solidFill>
                  <a:srgbClr val="13202C"/>
                </a:solidFill>
              </a:defRPr>
            </a:lvl8pPr>
            <a:lvl9pPr algn="l">
              <a:defRPr sz="1350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3202C"/>
                </a:solidFill>
              </a:defRPr>
            </a:pPr>
            <a:r>
              <a:rPr sz="1350" b="0" i="0">
                <a:solidFill>
                  <a:srgbClr val="13202C"/>
                </a:solidFill>
              </a:rPr>
              <a:t>Measure time saved, corrections, adoption, and the next rollout decision.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A296B-5F3C-41BF-840E-DEDF472A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D97706"/>
                </a:solidFill>
              </a:defRPr>
            </a:defPPr>
            <a:lvl1pPr algn="l">
              <a:defRPr sz="1125" b="1" i="0">
                <a:solidFill>
                  <a:srgbClr val="D97706"/>
                </a:solidFill>
              </a:defRPr>
            </a:lvl1pPr>
            <a:lvl2pPr algn="l">
              <a:defRPr sz="1125" b="1" i="0">
                <a:solidFill>
                  <a:srgbClr val="D97706"/>
                </a:solidFill>
              </a:defRPr>
            </a:lvl2pPr>
            <a:lvl3pPr algn="l">
              <a:defRPr sz="1125" b="1" i="0">
                <a:solidFill>
                  <a:srgbClr val="D97706"/>
                </a:solidFill>
              </a:defRPr>
            </a:lvl3pPr>
            <a:lvl4pPr algn="l">
              <a:defRPr sz="1125" b="1" i="0">
                <a:solidFill>
                  <a:srgbClr val="D97706"/>
                </a:solidFill>
              </a:defRPr>
            </a:lvl4pPr>
            <a:lvl5pPr algn="l">
              <a:defRPr sz="1125" b="1" i="0">
                <a:solidFill>
                  <a:srgbClr val="D97706"/>
                </a:solidFill>
              </a:defRPr>
            </a:lvl5pPr>
            <a:lvl6pPr algn="l">
              <a:defRPr sz="1125" b="1" i="0">
                <a:solidFill>
                  <a:srgbClr val="D97706"/>
                </a:solidFill>
              </a:defRPr>
            </a:lvl6pPr>
            <a:lvl7pPr algn="l">
              <a:defRPr sz="1125" b="1" i="0">
                <a:solidFill>
                  <a:srgbClr val="D97706"/>
                </a:solidFill>
              </a:defRPr>
            </a:lvl7pPr>
            <a:lvl8pPr algn="l">
              <a:defRPr sz="1125" b="1" i="0">
                <a:solidFill>
                  <a:srgbClr val="D97706"/>
                </a:solidFill>
              </a:defRPr>
            </a:lvl8pPr>
            <a:lvl9pPr algn="l">
              <a:defRPr sz="1125" b="1" i="0">
                <a:solidFill>
                  <a:srgbClr val="D97706"/>
                </a:solidFill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Pilot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AC0A1-E7AD-418C-B04A-A00E30EE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436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defRPr sz="1200" b="0" i="0">
                <a:solidFill>
                  <a:srgbClr val="5D6873"/>
                </a:solidFill>
              </a:defRPr>
            </a:lvl1pPr>
            <a:lvl2pPr algn="l">
              <a:defRPr sz="1200" b="0" i="0">
                <a:solidFill>
                  <a:srgbClr val="5D6873"/>
                </a:solidFill>
              </a:defRPr>
            </a:lvl2pPr>
            <a:lvl3pPr algn="l">
              <a:defRPr sz="1200" b="0" i="0">
                <a:solidFill>
                  <a:srgbClr val="5D6873"/>
                </a:solidFill>
              </a:defRPr>
            </a:lvl3pPr>
            <a:lvl4pPr algn="l">
              <a:defRPr sz="1200" b="0" i="0">
                <a:solidFill>
                  <a:srgbClr val="5D6873"/>
                </a:solidFill>
              </a:defRPr>
            </a:lvl4pPr>
            <a:lvl5pPr algn="l">
              <a:defRPr sz="1200" b="0" i="0">
                <a:solidFill>
                  <a:srgbClr val="5D6873"/>
                </a:solidFill>
              </a:defRPr>
            </a:lvl5pPr>
            <a:lvl6pPr algn="l">
              <a:defRPr sz="1200" b="0" i="0">
                <a:solidFill>
                  <a:srgbClr val="5D6873"/>
                </a:solidFill>
              </a:defRPr>
            </a:lvl6pPr>
            <a:lvl7pPr algn="l">
              <a:defRPr sz="1200" b="0" i="0">
                <a:solidFill>
                  <a:srgbClr val="5D6873"/>
                </a:solidFill>
              </a:defRPr>
            </a:lvl7pPr>
            <a:lvl8pPr algn="l">
              <a:defRPr sz="1200" b="0" i="0">
                <a:solidFill>
                  <a:srgbClr val="5D6873"/>
                </a:solidFill>
              </a:defRPr>
            </a:lvl8pPr>
            <a:lvl9pPr algn="l"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Up to 500 active learners, one administrator, up to 10 teachers, and synthetic or school approved data only.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64E6E-782F-4BE2-9E6E-68A0D680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defRPr sz="900" b="0" i="0">
                <a:solidFill>
                  <a:srgbClr val="5D6873"/>
                </a:solidFill>
              </a:defRPr>
            </a:lvl1pPr>
            <a:lvl2pPr algn="r">
              <a:defRPr sz="900" b="0" i="0">
                <a:solidFill>
                  <a:srgbClr val="5D6873"/>
                </a:solidFill>
              </a:defRPr>
            </a:lvl2pPr>
            <a:lvl3pPr algn="r">
              <a:defRPr sz="900" b="0" i="0">
                <a:solidFill>
                  <a:srgbClr val="5D6873"/>
                </a:solidFill>
              </a:defRPr>
            </a:lvl3pPr>
            <a:lvl4pPr algn="r">
              <a:defRPr sz="900" b="0" i="0">
                <a:solidFill>
                  <a:srgbClr val="5D6873"/>
                </a:solidFill>
              </a:defRPr>
            </a:lvl4pPr>
            <a:lvl5pPr algn="r">
              <a:defRPr sz="900" b="0" i="0">
                <a:solidFill>
                  <a:srgbClr val="5D6873"/>
                </a:solidFill>
              </a:defRPr>
            </a:lvl5pPr>
            <a:lvl6pPr algn="r">
              <a:defRPr sz="900" b="0" i="0">
                <a:solidFill>
                  <a:srgbClr val="5D6873"/>
                </a:solidFill>
              </a:defRPr>
            </a:lvl6pPr>
            <a:lvl7pPr algn="r">
              <a:defRPr sz="900" b="0" i="0">
                <a:solidFill>
                  <a:srgbClr val="5D6873"/>
                </a:solidFill>
              </a:defRPr>
            </a:lvl7pPr>
            <a:lvl8pPr algn="r">
              <a:defRPr sz="900" b="0" i="0">
                <a:solidFill>
                  <a:srgbClr val="5D6873"/>
                </a:solidFill>
              </a:defRPr>
            </a:lvl8pPr>
            <a:lvl9pPr algn="r"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7227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1DCC0-01DC-4611-A165-C5E52D38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0F315D"/>
                </a:solidFill>
              </a:defRPr>
            </a:defPPr>
            <a:lvl1pPr algn="l">
              <a:defRPr sz="2400" b="1" i="0">
                <a:solidFill>
                  <a:srgbClr val="0F315D"/>
                </a:solidFill>
              </a:defRPr>
            </a:lvl1pPr>
            <a:lvl2pPr algn="l">
              <a:defRPr sz="2400" b="1" i="0">
                <a:solidFill>
                  <a:srgbClr val="0F315D"/>
                </a:solidFill>
              </a:defRPr>
            </a:lvl2pPr>
            <a:lvl3pPr algn="l">
              <a:defRPr sz="2400" b="1" i="0">
                <a:solidFill>
                  <a:srgbClr val="0F315D"/>
                </a:solidFill>
              </a:defRPr>
            </a:lvl3pPr>
            <a:lvl4pPr algn="l">
              <a:defRPr sz="2400" b="1" i="0">
                <a:solidFill>
                  <a:srgbClr val="0F315D"/>
                </a:solidFill>
              </a:defRPr>
            </a:lvl4pPr>
            <a:lvl5pPr algn="l">
              <a:defRPr sz="2400" b="1" i="0">
                <a:solidFill>
                  <a:srgbClr val="0F315D"/>
                </a:solidFill>
              </a:defRPr>
            </a:lvl5pPr>
            <a:lvl6pPr algn="l">
              <a:defRPr sz="2400" b="1" i="0">
                <a:solidFill>
                  <a:srgbClr val="0F315D"/>
                </a:solidFill>
              </a:defRPr>
            </a:lvl6pPr>
            <a:lvl7pPr algn="l">
              <a:defRPr sz="2400" b="1" i="0">
                <a:solidFill>
                  <a:srgbClr val="0F315D"/>
                </a:solidFill>
              </a:defRPr>
            </a:lvl7pPr>
            <a:lvl8pPr algn="l">
              <a:defRPr sz="2400" b="1" i="0">
                <a:solidFill>
                  <a:srgbClr val="0F315D"/>
                </a:solidFill>
              </a:defRPr>
            </a:lvl8pPr>
            <a:lvl9pPr algn="l">
              <a:defRPr sz="24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0F315D"/>
                </a:solidFill>
              </a:defRPr>
            </a:pPr>
            <a:r>
              <a:rPr sz="2400" b="1" i="0">
                <a:solidFill>
                  <a:srgbClr val="0F315D"/>
                </a:solidFill>
              </a:rPr>
              <a:t>Recommended pilot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225AA-AB99-4729-B753-E41A9CDE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defRPr sz="1275" b="0" i="0">
                <a:solidFill>
                  <a:srgbClr val="5D6873"/>
                </a:solidFill>
              </a:defRPr>
            </a:lvl1pPr>
            <a:lvl2pPr algn="l">
              <a:defRPr sz="1275" b="0" i="0">
                <a:solidFill>
                  <a:srgbClr val="5D6873"/>
                </a:solidFill>
              </a:defRPr>
            </a:lvl2pPr>
            <a:lvl3pPr algn="l">
              <a:defRPr sz="1275" b="0" i="0">
                <a:solidFill>
                  <a:srgbClr val="5D6873"/>
                </a:solidFill>
              </a:defRPr>
            </a:lvl3pPr>
            <a:lvl4pPr algn="l">
              <a:defRPr sz="1275" b="0" i="0">
                <a:solidFill>
                  <a:srgbClr val="5D6873"/>
                </a:solidFill>
              </a:defRPr>
            </a:lvl4pPr>
            <a:lvl5pPr algn="l">
              <a:defRPr sz="1275" b="0" i="0">
                <a:solidFill>
                  <a:srgbClr val="5D6873"/>
                </a:solidFill>
              </a:defRPr>
            </a:lvl5pPr>
            <a:lvl6pPr algn="l">
              <a:defRPr sz="1275" b="0" i="0">
                <a:solidFill>
                  <a:srgbClr val="5D6873"/>
                </a:solidFill>
              </a:defRPr>
            </a:lvl6pPr>
            <a:lvl7pPr algn="l">
              <a:defRPr sz="1275" b="0" i="0">
                <a:solidFill>
                  <a:srgbClr val="5D6873"/>
                </a:solidFill>
              </a:defRPr>
            </a:lvl7pPr>
            <a:lvl8pPr algn="l">
              <a:defRPr sz="1275" b="0" i="0">
                <a:solidFill>
                  <a:srgbClr val="5D6873"/>
                </a:solidFill>
              </a:defRPr>
            </a:lvl8pPr>
            <a:lvl9pPr algn="l"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Starting proposal in US dollars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2A8A5-EBEE-4959-B0C5-9F39807F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 i="0">
                <a:solidFill>
                  <a:srgbClr val="0B6FA4"/>
                </a:solidFill>
              </a:defRPr>
            </a:defPPr>
            <a:lvl1pPr algn="r">
              <a:defRPr sz="1125" b="1" i="0">
                <a:solidFill>
                  <a:srgbClr val="0B6FA4"/>
                </a:solidFill>
              </a:defRPr>
            </a:lvl1pPr>
            <a:lvl2pPr algn="r">
              <a:defRPr sz="1125" b="1" i="0">
                <a:solidFill>
                  <a:srgbClr val="0B6FA4"/>
                </a:solidFill>
              </a:defRPr>
            </a:lvl2pPr>
            <a:lvl3pPr algn="r">
              <a:defRPr sz="1125" b="1" i="0">
                <a:solidFill>
                  <a:srgbClr val="0B6FA4"/>
                </a:solidFill>
              </a:defRPr>
            </a:lvl3pPr>
            <a:lvl4pPr algn="r">
              <a:defRPr sz="1125" b="1" i="0">
                <a:solidFill>
                  <a:srgbClr val="0B6FA4"/>
                </a:solidFill>
              </a:defRPr>
            </a:lvl4pPr>
            <a:lvl5pPr algn="r">
              <a:defRPr sz="1125" b="1" i="0">
                <a:solidFill>
                  <a:srgbClr val="0B6FA4"/>
                </a:solidFill>
              </a:defRPr>
            </a:lvl5pPr>
            <a:lvl6pPr algn="r">
              <a:defRPr sz="1125" b="1" i="0">
                <a:solidFill>
                  <a:srgbClr val="0B6FA4"/>
                </a:solidFill>
              </a:defRPr>
            </a:lvl6pPr>
            <a:lvl7pPr algn="r">
              <a:defRPr sz="1125" b="1" i="0">
                <a:solidFill>
                  <a:srgbClr val="0B6FA4"/>
                </a:solidFill>
              </a:defRPr>
            </a:lvl7pPr>
            <a:lvl8pPr algn="r">
              <a:defRPr sz="1125" b="1" i="0">
                <a:solidFill>
                  <a:srgbClr val="0B6FA4"/>
                </a:solidFill>
              </a:defRPr>
            </a:lvl8pPr>
            <a:lvl9pPr algn="r">
              <a:defRPr sz="1125" b="1" i="0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defRPr sz="1125" b="1" i="0">
                <a:solidFill>
                  <a:srgbClr val="0B6FA4"/>
                </a:solidFill>
              </a:defRPr>
            </a:pPr>
            <a:r>
              <a:rPr sz="1125" b="1" i="0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09C46-D27C-4057-BED3-AB4D5B93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863FB-7AC9-4748-9A6C-BEBF3B7AB22E}"/>
              </a:ext>
            </a:extLst>
          </p:cNvPr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6572250"/>
                <a:gridCol w="1752600"/>
              </a:tblGrid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>
                      <a:solidFill>
                        <a:srgbClr val="D7E0E7"/>
                      </a:solidFill>
                      <a:prstDash val="soli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  <a:solidFill>
                      <a:srgbClr val="0F31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Included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T w="9525">
                      <a:solidFill>
                        <a:srgbClr val="D7E0E7"/>
                      </a:solidFill>
                      <a:prstDash val="soli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  <a:solidFill>
                      <a:srgbClr val="0F31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Price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T w="9525">
                      <a:solidFill>
                        <a:srgbClr val="D7E0E7"/>
                      </a:solidFill>
                      <a:prstDash val="soli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  <a:solidFill>
                      <a:srgbClr val="0F315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30 day pilot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Configuration, one clean import, administrator and teacher training, hosting, database, backups, and support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3202C"/>
                          </a:solidFill>
                        </a:rPr>
                        <a:t>US$299 once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Academic plan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Up to 500 learners, student records, Fast Marks, assessments, results, report cards, attendance, and exports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3202C"/>
                          </a:solidFill>
                        </a:rPr>
                        <a:t>US$179 / month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Operations plan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Academic plan plus finance, timetable, communications, behaviour, parent portal, and priority support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3202C"/>
                          </a:solidFill>
                        </a:rPr>
                        <a:t>US$299 / month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Public API access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One documented integration, scoped credentials, logs, standard rate limit, and key rotation support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3202C"/>
                          </a:solidFill>
                        </a:rPr>
                        <a:t>US$49 / month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Dedicated database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Dedicated managed database resources where the school requires separation beyond the standard tenant design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3202C"/>
                          </a:solidFill>
                        </a:rPr>
                        <a:t>From US$75 / month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B0C42-98E0-4404-AD05-EFB50631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B8A72"/>
                </a:solidFill>
              </a:defRPr>
            </a:defPPr>
            <a:lvl1pPr algn="l">
              <a:defRPr sz="1275" b="1" i="0">
                <a:solidFill>
                  <a:srgbClr val="1B8A72"/>
                </a:solidFill>
              </a:defRPr>
            </a:lvl1pPr>
            <a:lvl2pPr algn="l">
              <a:defRPr sz="1275" b="1" i="0">
                <a:solidFill>
                  <a:srgbClr val="1B8A72"/>
                </a:solidFill>
              </a:defRPr>
            </a:lvl2pPr>
            <a:lvl3pPr algn="l">
              <a:defRPr sz="1275" b="1" i="0">
                <a:solidFill>
                  <a:srgbClr val="1B8A72"/>
                </a:solidFill>
              </a:defRPr>
            </a:lvl3pPr>
            <a:lvl4pPr algn="l">
              <a:defRPr sz="1275" b="1" i="0">
                <a:solidFill>
                  <a:srgbClr val="1B8A72"/>
                </a:solidFill>
              </a:defRPr>
            </a:lvl4pPr>
            <a:lvl5pPr algn="l">
              <a:defRPr sz="1275" b="1" i="0">
                <a:solidFill>
                  <a:srgbClr val="1B8A72"/>
                </a:solidFill>
              </a:defRPr>
            </a:lvl5pPr>
            <a:lvl6pPr algn="l">
              <a:defRPr sz="1275" b="1" i="0">
                <a:solidFill>
                  <a:srgbClr val="1B8A72"/>
                </a:solidFill>
              </a:defRPr>
            </a:lvl6pPr>
            <a:lvl7pPr algn="l">
              <a:defRPr sz="1275" b="1" i="0">
                <a:solidFill>
                  <a:srgbClr val="1B8A72"/>
                </a:solidFill>
              </a:defRPr>
            </a:lvl7pPr>
            <a:lvl8pPr algn="l">
              <a:defRPr sz="1275" b="1" i="0">
                <a:solidFill>
                  <a:srgbClr val="1B8A72"/>
                </a:solidFill>
              </a:defRPr>
            </a:lvl8pPr>
            <a:lvl9pPr algn="l">
              <a:defRPr sz="1275" b="1" i="0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B8A72"/>
                </a:solidFill>
              </a:defRPr>
            </a:pPr>
            <a:r>
              <a:rPr sz="1275" b="1" i="0">
                <a:solidFill>
                  <a:srgbClr val="1B8A72"/>
                </a:solidFill>
              </a:rPr>
              <a:t>Pilot fee credit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76174-08B6-41C3-9836-412D63AF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01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13202C"/>
                </a:solidFill>
              </a:defRPr>
            </a:defPPr>
            <a:lvl1pPr algn="l">
              <a:defRPr sz="1275" b="0" i="0">
                <a:solidFill>
                  <a:srgbClr val="13202C"/>
                </a:solidFill>
              </a:defRPr>
            </a:lvl1pPr>
            <a:lvl2pPr algn="l">
              <a:defRPr sz="1275" b="0" i="0">
                <a:solidFill>
                  <a:srgbClr val="13202C"/>
                </a:solidFill>
              </a:defRPr>
            </a:lvl2pPr>
            <a:lvl3pPr algn="l">
              <a:defRPr sz="1275" b="0" i="0">
                <a:solidFill>
                  <a:srgbClr val="13202C"/>
                </a:solidFill>
              </a:defRPr>
            </a:lvl3pPr>
            <a:lvl4pPr algn="l">
              <a:defRPr sz="1275" b="0" i="0">
                <a:solidFill>
                  <a:srgbClr val="13202C"/>
                </a:solidFill>
              </a:defRPr>
            </a:lvl4pPr>
            <a:lvl5pPr algn="l">
              <a:defRPr sz="1275" b="0" i="0">
                <a:solidFill>
                  <a:srgbClr val="13202C"/>
                </a:solidFill>
              </a:defRPr>
            </a:lvl5pPr>
            <a:lvl6pPr algn="l">
              <a:defRPr sz="1275" b="0" i="0">
                <a:solidFill>
                  <a:srgbClr val="13202C"/>
                </a:solidFill>
              </a:defRPr>
            </a:lvl6pPr>
            <a:lvl7pPr algn="l">
              <a:defRPr sz="1275" b="0" i="0">
                <a:solidFill>
                  <a:srgbClr val="13202C"/>
                </a:solidFill>
              </a:defRPr>
            </a:lvl7pPr>
            <a:lvl8pPr algn="l">
              <a:defRPr sz="1275" b="0" i="0">
                <a:solidFill>
                  <a:srgbClr val="13202C"/>
                </a:solidFill>
              </a:defRPr>
            </a:lvl8pPr>
            <a:lvl9pPr algn="l">
              <a:defRPr sz="1275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3202C"/>
                </a:solidFill>
              </a:defRPr>
            </a:pPr>
            <a:r>
              <a:rPr sz="1275" b="0" i="0">
                <a:solidFill>
                  <a:srgbClr val="13202C"/>
                </a:solidFill>
              </a:rPr>
              <a:t>If the school signs the Academic or Operations plan within 14 days of the pilot review, apply the US$299 pilot fee toward the standard US$350 onboarding charge.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4E30C-083B-485C-B86F-C8336224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5D6873"/>
                </a:solidFill>
              </a:defRPr>
            </a:defPPr>
            <a:lvl1pPr algn="l">
              <a:defRPr sz="1050" b="0" i="0">
                <a:solidFill>
                  <a:srgbClr val="5D6873"/>
                </a:solidFill>
              </a:defRPr>
            </a:lvl1pPr>
            <a:lvl2pPr algn="l">
              <a:defRPr sz="1050" b="0" i="0">
                <a:solidFill>
                  <a:srgbClr val="5D6873"/>
                </a:solidFill>
              </a:defRPr>
            </a:lvl2pPr>
            <a:lvl3pPr algn="l">
              <a:defRPr sz="1050" b="0" i="0">
                <a:solidFill>
                  <a:srgbClr val="5D6873"/>
                </a:solidFill>
              </a:defRPr>
            </a:lvl3pPr>
            <a:lvl4pPr algn="l">
              <a:defRPr sz="1050" b="0" i="0">
                <a:solidFill>
                  <a:srgbClr val="5D6873"/>
                </a:solidFill>
              </a:defRPr>
            </a:lvl4pPr>
            <a:lvl5pPr algn="l">
              <a:defRPr sz="1050" b="0" i="0">
                <a:solidFill>
                  <a:srgbClr val="5D6873"/>
                </a:solidFill>
              </a:defRPr>
            </a:lvl5pPr>
            <a:lvl6pPr algn="l">
              <a:defRPr sz="1050" b="0" i="0">
                <a:solidFill>
                  <a:srgbClr val="5D6873"/>
                </a:solidFill>
              </a:defRPr>
            </a:lvl6pPr>
            <a:lvl7pPr algn="l">
              <a:defRPr sz="1050" b="0" i="0">
                <a:solidFill>
                  <a:srgbClr val="5D6873"/>
                </a:solidFill>
              </a:defRPr>
            </a:lvl7pPr>
            <a:lvl8pPr algn="l">
              <a:defRPr sz="1050" b="0" i="0">
                <a:solidFill>
                  <a:srgbClr val="5D6873"/>
                </a:solidFill>
              </a:defRPr>
            </a:lvl8pPr>
            <a:lvl9pPr algn="l">
              <a:defRPr sz="105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5D6873"/>
                </a:solidFill>
              </a:defRPr>
            </a:pPr>
            <a:r>
              <a:rPr sz="1050" b="0" i="0">
                <a:solidFill>
                  <a:srgbClr val="5D6873"/>
                </a:solidFill>
              </a:rPr>
              <a:t>SMS, email, payment provider fees, complex historical data cleaning, taxes, and custom integrations remain separate.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27698-81CB-455F-93DA-EDA333DF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defRPr sz="900" b="0" i="0">
                <a:solidFill>
                  <a:srgbClr val="5D6873"/>
                </a:solidFill>
              </a:defRPr>
            </a:lvl1pPr>
            <a:lvl2pPr algn="r">
              <a:defRPr sz="900" b="0" i="0">
                <a:solidFill>
                  <a:srgbClr val="5D6873"/>
                </a:solidFill>
              </a:defRPr>
            </a:lvl2pPr>
            <a:lvl3pPr algn="r">
              <a:defRPr sz="900" b="0" i="0">
                <a:solidFill>
                  <a:srgbClr val="5D6873"/>
                </a:solidFill>
              </a:defRPr>
            </a:lvl3pPr>
            <a:lvl4pPr algn="r">
              <a:defRPr sz="900" b="0" i="0">
                <a:solidFill>
                  <a:srgbClr val="5D6873"/>
                </a:solidFill>
              </a:defRPr>
            </a:lvl4pPr>
            <a:lvl5pPr algn="r">
              <a:defRPr sz="900" b="0" i="0">
                <a:solidFill>
                  <a:srgbClr val="5D6873"/>
                </a:solidFill>
              </a:defRPr>
            </a:lvl5pPr>
            <a:lvl6pPr algn="r">
              <a:defRPr sz="900" b="0" i="0">
                <a:solidFill>
                  <a:srgbClr val="5D6873"/>
                </a:solidFill>
              </a:defRPr>
            </a:lvl6pPr>
            <a:lvl7pPr algn="r">
              <a:defRPr sz="900" b="0" i="0">
                <a:solidFill>
                  <a:srgbClr val="5D6873"/>
                </a:solidFill>
              </a:defRPr>
            </a:lvl7pPr>
            <a:lvl8pPr algn="r">
              <a:defRPr sz="900" b="0" i="0">
                <a:solidFill>
                  <a:srgbClr val="5D6873"/>
                </a:solidFill>
              </a:defRPr>
            </a:lvl8pPr>
            <a:lvl9pPr algn="r"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772665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31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CC784-39A3-4209-AD5B-AB572CE3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FFFF"/>
                </a:solidFill>
              </a:defRPr>
            </a:defPPr>
            <a:lvl1pPr algn="l">
              <a:defRPr sz="2550" b="1" i="0">
                <a:solidFill>
                  <a:srgbClr val="FFFFFF"/>
                </a:solidFill>
              </a:defRPr>
            </a:lvl1pPr>
            <a:lvl2pPr algn="l">
              <a:defRPr sz="2550" b="1" i="0">
                <a:solidFill>
                  <a:srgbClr val="FFFFFF"/>
                </a:solidFill>
              </a:defRPr>
            </a:lvl2pPr>
            <a:lvl3pPr algn="l">
              <a:defRPr sz="2550" b="1" i="0">
                <a:solidFill>
                  <a:srgbClr val="FFFFFF"/>
                </a:solidFill>
              </a:defRPr>
            </a:lvl3pPr>
            <a:lvl4pPr algn="l">
              <a:defRPr sz="2550" b="1" i="0">
                <a:solidFill>
                  <a:srgbClr val="FFFFFF"/>
                </a:solidFill>
              </a:defRPr>
            </a:lvl4pPr>
            <a:lvl5pPr algn="l">
              <a:defRPr sz="2550" b="1" i="0">
                <a:solidFill>
                  <a:srgbClr val="FFFFFF"/>
                </a:solidFill>
              </a:defRPr>
            </a:lvl5pPr>
            <a:lvl6pPr algn="l">
              <a:defRPr sz="2550" b="1" i="0">
                <a:solidFill>
                  <a:srgbClr val="FFFFFF"/>
                </a:solidFill>
              </a:defRPr>
            </a:lvl6pPr>
            <a:lvl7pPr algn="l">
              <a:defRPr sz="2550" b="1" i="0">
                <a:solidFill>
                  <a:srgbClr val="FFFFFF"/>
                </a:solidFill>
              </a:defRPr>
            </a:lvl7pPr>
            <a:lvl8pPr algn="l">
              <a:defRPr sz="2550" b="1" i="0">
                <a:solidFill>
                  <a:srgbClr val="FFFFFF"/>
                </a:solidFill>
              </a:defRPr>
            </a:lvl8pPr>
            <a:lvl9pPr algn="l">
              <a:defRPr sz="25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Technical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8A13E-9FD2-4606-B5E9-0B07DEE7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B9D0E0"/>
                </a:solidFill>
              </a:defRPr>
            </a:defPPr>
            <a:lvl1pPr algn="l">
              <a:defRPr sz="1350" b="0" i="0">
                <a:solidFill>
                  <a:srgbClr val="B9D0E0"/>
                </a:solidFill>
              </a:defRPr>
            </a:lvl1pPr>
            <a:lvl2pPr algn="l">
              <a:defRPr sz="1350" b="0" i="0">
                <a:solidFill>
                  <a:srgbClr val="B9D0E0"/>
                </a:solidFill>
              </a:defRPr>
            </a:lvl2pPr>
            <a:lvl3pPr algn="l">
              <a:defRPr sz="1350" b="0" i="0">
                <a:solidFill>
                  <a:srgbClr val="B9D0E0"/>
                </a:solidFill>
              </a:defRPr>
            </a:lvl3pPr>
            <a:lvl4pPr algn="l">
              <a:defRPr sz="1350" b="0" i="0">
                <a:solidFill>
                  <a:srgbClr val="B9D0E0"/>
                </a:solidFill>
              </a:defRPr>
            </a:lvl4pPr>
            <a:lvl5pPr algn="l">
              <a:defRPr sz="1350" b="0" i="0">
                <a:solidFill>
                  <a:srgbClr val="B9D0E0"/>
                </a:solidFill>
              </a:defRPr>
            </a:lvl5pPr>
            <a:lvl6pPr algn="l">
              <a:defRPr sz="1350" b="0" i="0">
                <a:solidFill>
                  <a:srgbClr val="B9D0E0"/>
                </a:solidFill>
              </a:defRPr>
            </a:lvl6pPr>
            <a:lvl7pPr algn="l">
              <a:defRPr sz="1350" b="0" i="0">
                <a:solidFill>
                  <a:srgbClr val="B9D0E0"/>
                </a:solidFill>
              </a:defRPr>
            </a:lvl7pPr>
            <a:lvl8pPr algn="l">
              <a:defRPr sz="1350" b="0" i="0">
                <a:solidFill>
                  <a:srgbClr val="B9D0E0"/>
                </a:solidFill>
              </a:defRPr>
            </a:lvl8pPr>
            <a:lvl9pPr algn="l">
              <a:defRPr sz="1350" b="0" i="0">
                <a:solidFill>
                  <a:srgbClr val="B9D0E0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B9D0E0"/>
                </a:solidFill>
              </a:defRPr>
            </a:pPr>
            <a:r>
              <a:rPr sz="1350" b="0" i="0">
                <a:solidFill>
                  <a:srgbClr val="B9D0E0"/>
                </a:solidFill>
              </a:rPr>
              <a:t>Current implementation and hosting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D8399-2FCF-487A-B515-780C9788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76D4BC"/>
                </a:solidFill>
              </a:defRPr>
            </a:defPPr>
            <a:lvl1pPr algn="l">
              <a:defRPr sz="1350" b="1" i="0">
                <a:solidFill>
                  <a:srgbClr val="76D4BC"/>
                </a:solidFill>
              </a:defRPr>
            </a:lvl1pPr>
            <a:lvl2pPr algn="l">
              <a:defRPr sz="1350" b="1" i="0">
                <a:solidFill>
                  <a:srgbClr val="76D4BC"/>
                </a:solidFill>
              </a:defRPr>
            </a:lvl2pPr>
            <a:lvl3pPr algn="l">
              <a:defRPr sz="1350" b="1" i="0">
                <a:solidFill>
                  <a:srgbClr val="76D4BC"/>
                </a:solidFill>
              </a:defRPr>
            </a:lvl3pPr>
            <a:lvl4pPr algn="l">
              <a:defRPr sz="1350" b="1" i="0">
                <a:solidFill>
                  <a:srgbClr val="76D4BC"/>
                </a:solidFill>
              </a:defRPr>
            </a:lvl4pPr>
            <a:lvl5pPr algn="l">
              <a:defRPr sz="1350" b="1" i="0">
                <a:solidFill>
                  <a:srgbClr val="76D4BC"/>
                </a:solidFill>
              </a:defRPr>
            </a:lvl5pPr>
            <a:lvl6pPr algn="l">
              <a:defRPr sz="1350" b="1" i="0">
                <a:solidFill>
                  <a:srgbClr val="76D4BC"/>
                </a:solidFill>
              </a:defRPr>
            </a:lvl6pPr>
            <a:lvl7pPr algn="l">
              <a:defRPr sz="1350" b="1" i="0">
                <a:solidFill>
                  <a:srgbClr val="76D4BC"/>
                </a:solidFill>
              </a:defRPr>
            </a:lvl7pPr>
            <a:lvl8pPr algn="l">
              <a:defRPr sz="1350" b="1" i="0">
                <a:solidFill>
                  <a:srgbClr val="76D4BC"/>
                </a:solidFill>
              </a:defRPr>
            </a:lvl8pPr>
            <a:lvl9pPr algn="l">
              <a:defRPr sz="1350" b="1" i="0">
                <a:solidFill>
                  <a:srgbClr val="76D4BC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76D4BC"/>
                </a:solidFill>
              </a:defRPr>
            </a:pPr>
            <a:r>
              <a:rPr sz="1350" b="1" i="0">
                <a:solidFill>
                  <a:srgbClr val="76D4BC"/>
                </a:solidFill>
              </a:rPr>
              <a:t>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44F60-461F-4AE2-B89B-77C78A31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FFF"/>
                </a:solidFill>
              </a:defRPr>
            </a:defPPr>
            <a:lvl1pPr algn="l">
              <a:defRPr sz="1350" b="0" i="0">
                <a:solidFill>
                  <a:srgbClr val="FFFFFF"/>
                </a:solidFill>
              </a:defRPr>
            </a:lvl1pPr>
            <a:lvl2pPr algn="l">
              <a:defRPr sz="1350" b="0" i="0">
                <a:solidFill>
                  <a:srgbClr val="FFFFFF"/>
                </a:solidFill>
              </a:defRPr>
            </a:lvl2pPr>
            <a:lvl3pPr algn="l">
              <a:defRPr sz="1350" b="0" i="0">
                <a:solidFill>
                  <a:srgbClr val="FFFFFF"/>
                </a:solidFill>
              </a:defRPr>
            </a:lvl3pPr>
            <a:lvl4pPr algn="l">
              <a:defRPr sz="1350" b="0" i="0">
                <a:solidFill>
                  <a:srgbClr val="FFFFFF"/>
                </a:solidFill>
              </a:defRPr>
            </a:lvl4pPr>
            <a:lvl5pPr algn="l">
              <a:defRPr sz="1350" b="0" i="0">
                <a:solidFill>
                  <a:srgbClr val="FFFFFF"/>
                </a:solidFill>
              </a:defRPr>
            </a:lvl5pPr>
            <a:lvl6pPr algn="l">
              <a:defRPr sz="1350" b="0" i="0">
                <a:solidFill>
                  <a:srgbClr val="FFFFFF"/>
                </a:solidFill>
              </a:defRPr>
            </a:lvl6pPr>
            <a:lvl7pPr algn="l">
              <a:defRPr sz="1350" b="0" i="0">
                <a:solidFill>
                  <a:srgbClr val="FFFFFF"/>
                </a:solidFill>
              </a:defRPr>
            </a:lvl7pPr>
            <a:lvl8pPr algn="l">
              <a:defRPr sz="1350" b="0" i="0">
                <a:solidFill>
                  <a:srgbClr val="FFFFFF"/>
                </a:solidFill>
              </a:defRPr>
            </a:lvl8pPr>
            <a:lvl9pPr algn="l">
              <a:defRPr sz="13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React 19, Vite 8, Tailwind CSS 4, Axios, Laravel 13, PHP 8.4, Sanctum, DOMPDF, and Paynow SDK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61CF5-E8A9-4EBE-A0C6-6EC55C65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76D4BC"/>
                </a:solidFill>
              </a:defRPr>
            </a:defPPr>
            <a:lvl1pPr algn="l">
              <a:defRPr sz="1350" b="1" i="0">
                <a:solidFill>
                  <a:srgbClr val="76D4BC"/>
                </a:solidFill>
              </a:defRPr>
            </a:lvl1pPr>
            <a:lvl2pPr algn="l">
              <a:defRPr sz="1350" b="1" i="0">
                <a:solidFill>
                  <a:srgbClr val="76D4BC"/>
                </a:solidFill>
              </a:defRPr>
            </a:lvl2pPr>
            <a:lvl3pPr algn="l">
              <a:defRPr sz="1350" b="1" i="0">
                <a:solidFill>
                  <a:srgbClr val="76D4BC"/>
                </a:solidFill>
              </a:defRPr>
            </a:lvl3pPr>
            <a:lvl4pPr algn="l">
              <a:defRPr sz="1350" b="1" i="0">
                <a:solidFill>
                  <a:srgbClr val="76D4BC"/>
                </a:solidFill>
              </a:defRPr>
            </a:lvl4pPr>
            <a:lvl5pPr algn="l">
              <a:defRPr sz="1350" b="1" i="0">
                <a:solidFill>
                  <a:srgbClr val="76D4BC"/>
                </a:solidFill>
              </a:defRPr>
            </a:lvl5pPr>
            <a:lvl6pPr algn="l">
              <a:defRPr sz="1350" b="1" i="0">
                <a:solidFill>
                  <a:srgbClr val="76D4BC"/>
                </a:solidFill>
              </a:defRPr>
            </a:lvl6pPr>
            <a:lvl7pPr algn="l">
              <a:defRPr sz="1350" b="1" i="0">
                <a:solidFill>
                  <a:srgbClr val="76D4BC"/>
                </a:solidFill>
              </a:defRPr>
            </a:lvl7pPr>
            <a:lvl8pPr algn="l">
              <a:defRPr sz="1350" b="1" i="0">
                <a:solidFill>
                  <a:srgbClr val="76D4BC"/>
                </a:solidFill>
              </a:defRPr>
            </a:lvl8pPr>
            <a:lvl9pPr algn="l">
              <a:defRPr sz="1350" b="1" i="0">
                <a:solidFill>
                  <a:srgbClr val="76D4BC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76D4BC"/>
                </a:solidFill>
              </a:defRPr>
            </a:pPr>
            <a:r>
              <a:rPr sz="1350" b="1" i="0">
                <a:solidFill>
                  <a:srgbClr val="76D4BC"/>
                </a:solidFill>
              </a:rPr>
              <a:t>Data and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43CCE-17DF-4C51-B038-0B061C8A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FFF"/>
                </a:solidFill>
              </a:defRPr>
            </a:defPPr>
            <a:lvl1pPr algn="l">
              <a:defRPr sz="1350" b="0" i="0">
                <a:solidFill>
                  <a:srgbClr val="FFFFFF"/>
                </a:solidFill>
              </a:defRPr>
            </a:lvl1pPr>
            <a:lvl2pPr algn="l">
              <a:defRPr sz="1350" b="0" i="0">
                <a:solidFill>
                  <a:srgbClr val="FFFFFF"/>
                </a:solidFill>
              </a:defRPr>
            </a:lvl2pPr>
            <a:lvl3pPr algn="l">
              <a:defRPr sz="1350" b="0" i="0">
                <a:solidFill>
                  <a:srgbClr val="FFFFFF"/>
                </a:solidFill>
              </a:defRPr>
            </a:lvl3pPr>
            <a:lvl4pPr algn="l">
              <a:defRPr sz="1350" b="0" i="0">
                <a:solidFill>
                  <a:srgbClr val="FFFFFF"/>
                </a:solidFill>
              </a:defRPr>
            </a:lvl4pPr>
            <a:lvl5pPr algn="l">
              <a:defRPr sz="1350" b="0" i="0">
                <a:solidFill>
                  <a:srgbClr val="FFFFFF"/>
                </a:solidFill>
              </a:defRPr>
            </a:lvl5pPr>
            <a:lvl6pPr algn="l">
              <a:defRPr sz="1350" b="0" i="0">
                <a:solidFill>
                  <a:srgbClr val="FFFFFF"/>
                </a:solidFill>
              </a:defRPr>
            </a:lvl6pPr>
            <a:lvl7pPr algn="l">
              <a:defRPr sz="1350" b="0" i="0">
                <a:solidFill>
                  <a:srgbClr val="FFFFFF"/>
                </a:solidFill>
              </a:defRPr>
            </a:lvl7pPr>
            <a:lvl8pPr algn="l">
              <a:defRPr sz="1350" b="0" i="0">
                <a:solidFill>
                  <a:srgbClr val="FFFFFF"/>
                </a:solidFill>
              </a:defRPr>
            </a:lvl8pPr>
            <a:lvl9pPr algn="l">
              <a:defRPr sz="13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Managed MySQL, Redis queues and cache, encrypted sessions, backups, scheduler, worker, logs, and health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1C4AD-519A-4F6D-9CDF-49AA7A88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76D4BC"/>
                </a:solidFill>
              </a:defRPr>
            </a:defPPr>
            <a:lvl1pPr algn="l">
              <a:defRPr sz="1350" b="1" i="0">
                <a:solidFill>
                  <a:srgbClr val="76D4BC"/>
                </a:solidFill>
              </a:defRPr>
            </a:lvl1pPr>
            <a:lvl2pPr algn="l">
              <a:defRPr sz="1350" b="1" i="0">
                <a:solidFill>
                  <a:srgbClr val="76D4BC"/>
                </a:solidFill>
              </a:defRPr>
            </a:lvl2pPr>
            <a:lvl3pPr algn="l">
              <a:defRPr sz="1350" b="1" i="0">
                <a:solidFill>
                  <a:srgbClr val="76D4BC"/>
                </a:solidFill>
              </a:defRPr>
            </a:lvl3pPr>
            <a:lvl4pPr algn="l">
              <a:defRPr sz="1350" b="1" i="0">
                <a:solidFill>
                  <a:srgbClr val="76D4BC"/>
                </a:solidFill>
              </a:defRPr>
            </a:lvl4pPr>
            <a:lvl5pPr algn="l">
              <a:defRPr sz="1350" b="1" i="0">
                <a:solidFill>
                  <a:srgbClr val="76D4BC"/>
                </a:solidFill>
              </a:defRPr>
            </a:lvl5pPr>
            <a:lvl6pPr algn="l">
              <a:defRPr sz="1350" b="1" i="0">
                <a:solidFill>
                  <a:srgbClr val="76D4BC"/>
                </a:solidFill>
              </a:defRPr>
            </a:lvl6pPr>
            <a:lvl7pPr algn="l">
              <a:defRPr sz="1350" b="1" i="0">
                <a:solidFill>
                  <a:srgbClr val="76D4BC"/>
                </a:solidFill>
              </a:defRPr>
            </a:lvl7pPr>
            <a:lvl8pPr algn="l">
              <a:defRPr sz="1350" b="1" i="0">
                <a:solidFill>
                  <a:srgbClr val="76D4BC"/>
                </a:solidFill>
              </a:defRPr>
            </a:lvl8pPr>
            <a:lvl9pPr algn="l">
              <a:defRPr sz="1350" b="1" i="0">
                <a:solidFill>
                  <a:srgbClr val="76D4BC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76D4BC"/>
                </a:solidFill>
              </a:defRPr>
            </a:pPr>
            <a:r>
              <a:rPr sz="1350" b="1" i="0">
                <a:solidFill>
                  <a:srgbClr val="76D4BC"/>
                </a:solidFill>
              </a:rPr>
              <a:t>Hosting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A7213-871E-44A7-A6B3-68849CD9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FFF"/>
                </a:solidFill>
              </a:defRPr>
            </a:defPPr>
            <a:lvl1pPr algn="l">
              <a:defRPr sz="1350" b="0" i="0">
                <a:solidFill>
                  <a:srgbClr val="FFFFFF"/>
                </a:solidFill>
              </a:defRPr>
            </a:lvl1pPr>
            <a:lvl2pPr algn="l">
              <a:defRPr sz="1350" b="0" i="0">
                <a:solidFill>
                  <a:srgbClr val="FFFFFF"/>
                </a:solidFill>
              </a:defRPr>
            </a:lvl2pPr>
            <a:lvl3pPr algn="l">
              <a:defRPr sz="1350" b="0" i="0">
                <a:solidFill>
                  <a:srgbClr val="FFFFFF"/>
                </a:solidFill>
              </a:defRPr>
            </a:lvl3pPr>
            <a:lvl4pPr algn="l">
              <a:defRPr sz="1350" b="0" i="0">
                <a:solidFill>
                  <a:srgbClr val="FFFFFF"/>
                </a:solidFill>
              </a:defRPr>
            </a:lvl4pPr>
            <a:lvl5pPr algn="l">
              <a:defRPr sz="1350" b="0" i="0">
                <a:solidFill>
                  <a:srgbClr val="FFFFFF"/>
                </a:solidFill>
              </a:defRPr>
            </a:lvl5pPr>
            <a:lvl6pPr algn="l">
              <a:defRPr sz="1350" b="0" i="0">
                <a:solidFill>
                  <a:srgbClr val="FFFFFF"/>
                </a:solidFill>
              </a:defRPr>
            </a:lvl6pPr>
            <a:lvl7pPr algn="l">
              <a:defRPr sz="1350" b="0" i="0">
                <a:solidFill>
                  <a:srgbClr val="FFFFFF"/>
                </a:solidFill>
              </a:defRPr>
            </a:lvl7pPr>
            <a:lvl8pPr algn="l">
              <a:defRPr sz="1350" b="0" i="0">
                <a:solidFill>
                  <a:srgbClr val="FFFFFF"/>
                </a:solidFill>
              </a:defRPr>
            </a:lvl8pPr>
            <a:lvl9pPr algn="l">
              <a:defRPr sz="13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Docker deployment on Railway with separate web, worker, scheduler, MySQL, and Redis services behind HTTPS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E6CD5-02A4-46D4-A56E-5E5734E0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76D4BC"/>
                </a:solidFill>
              </a:defRPr>
            </a:defPPr>
            <a:lvl1pPr algn="l">
              <a:defRPr sz="1350" b="1" i="0">
                <a:solidFill>
                  <a:srgbClr val="76D4BC"/>
                </a:solidFill>
              </a:defRPr>
            </a:lvl1pPr>
            <a:lvl2pPr algn="l">
              <a:defRPr sz="1350" b="1" i="0">
                <a:solidFill>
                  <a:srgbClr val="76D4BC"/>
                </a:solidFill>
              </a:defRPr>
            </a:lvl2pPr>
            <a:lvl3pPr algn="l">
              <a:defRPr sz="1350" b="1" i="0">
                <a:solidFill>
                  <a:srgbClr val="76D4BC"/>
                </a:solidFill>
              </a:defRPr>
            </a:lvl3pPr>
            <a:lvl4pPr algn="l">
              <a:defRPr sz="1350" b="1" i="0">
                <a:solidFill>
                  <a:srgbClr val="76D4BC"/>
                </a:solidFill>
              </a:defRPr>
            </a:lvl4pPr>
            <a:lvl5pPr algn="l">
              <a:defRPr sz="1350" b="1" i="0">
                <a:solidFill>
                  <a:srgbClr val="76D4BC"/>
                </a:solidFill>
              </a:defRPr>
            </a:lvl5pPr>
            <a:lvl6pPr algn="l">
              <a:defRPr sz="1350" b="1" i="0">
                <a:solidFill>
                  <a:srgbClr val="76D4BC"/>
                </a:solidFill>
              </a:defRPr>
            </a:lvl6pPr>
            <a:lvl7pPr algn="l">
              <a:defRPr sz="1350" b="1" i="0">
                <a:solidFill>
                  <a:srgbClr val="76D4BC"/>
                </a:solidFill>
              </a:defRPr>
            </a:lvl7pPr>
            <a:lvl8pPr algn="l">
              <a:defRPr sz="1350" b="1" i="0">
                <a:solidFill>
                  <a:srgbClr val="76D4BC"/>
                </a:solidFill>
              </a:defRPr>
            </a:lvl8pPr>
            <a:lvl9pPr algn="l">
              <a:defRPr sz="1350" b="1" i="0">
                <a:solidFill>
                  <a:srgbClr val="76D4BC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76D4BC"/>
                </a:solidFill>
              </a:defRPr>
            </a:pPr>
            <a:r>
              <a:rPr sz="1350" b="1" i="0">
                <a:solidFill>
                  <a:srgbClr val="76D4BC"/>
                </a:solidFill>
              </a:rPr>
              <a:t>Next 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C36F2-773E-4879-A59C-E189AAD3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</a:defRPr>
            </a:defPPr>
            <a:lvl1pPr algn="l">
              <a:defRPr sz="1725" b="1" i="0">
                <a:solidFill>
                  <a:srgbClr val="FFFFFF"/>
                </a:solidFill>
              </a:defRPr>
            </a:lvl1pPr>
            <a:lvl2pPr algn="l">
              <a:defRPr sz="1725" b="1" i="0">
                <a:solidFill>
                  <a:srgbClr val="FFFFFF"/>
                </a:solidFill>
              </a:defRPr>
            </a:lvl2pPr>
            <a:lvl3pPr algn="l">
              <a:defRPr sz="1725" b="1" i="0">
                <a:solidFill>
                  <a:srgbClr val="FFFFFF"/>
                </a:solidFill>
              </a:defRPr>
            </a:lvl3pPr>
            <a:lvl4pPr algn="l">
              <a:defRPr sz="1725" b="1" i="0">
                <a:solidFill>
                  <a:srgbClr val="FFFFFF"/>
                </a:solidFill>
              </a:defRPr>
            </a:lvl4pPr>
            <a:lvl5pPr algn="l">
              <a:defRPr sz="1725" b="1" i="0">
                <a:solidFill>
                  <a:srgbClr val="FFFFFF"/>
                </a:solidFill>
              </a:defRPr>
            </a:lvl5pPr>
            <a:lvl6pPr algn="l">
              <a:defRPr sz="1725" b="1" i="0">
                <a:solidFill>
                  <a:srgbClr val="FFFFFF"/>
                </a:solidFill>
              </a:defRPr>
            </a:lvl6pPr>
            <a:lvl7pPr algn="l">
              <a:defRPr sz="1725" b="1" i="0">
                <a:solidFill>
                  <a:srgbClr val="FFFFFF"/>
                </a:solidFill>
              </a:defRPr>
            </a:lvl7pPr>
            <a:lvl8pPr algn="l">
              <a:defRPr sz="1725" b="1" i="0">
                <a:solidFill>
                  <a:srgbClr val="FFFFFF"/>
                </a:solidFill>
              </a:defRPr>
            </a:lvl8pPr>
            <a:lvl9pPr algn="l">
              <a:defRPr sz="17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Agree the pilot scope, nominate the school lead, approve the data set, and schedule the demonstration.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08CCC-4244-4EFF-B477-3A43C9D5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8FB0C6"/>
                </a:solidFill>
              </a:defRPr>
            </a:defPPr>
            <a:lvl1pPr algn="l">
              <a:defRPr sz="1125" b="0" i="0">
                <a:solidFill>
                  <a:srgbClr val="8FB0C6"/>
                </a:solidFill>
              </a:defRPr>
            </a:lvl1pPr>
            <a:lvl2pPr algn="l">
              <a:defRPr sz="1125" b="0" i="0">
                <a:solidFill>
                  <a:srgbClr val="8FB0C6"/>
                </a:solidFill>
              </a:defRPr>
            </a:lvl2pPr>
            <a:lvl3pPr algn="l">
              <a:defRPr sz="1125" b="0" i="0">
                <a:solidFill>
                  <a:srgbClr val="8FB0C6"/>
                </a:solidFill>
              </a:defRPr>
            </a:lvl3pPr>
            <a:lvl4pPr algn="l">
              <a:defRPr sz="1125" b="0" i="0">
                <a:solidFill>
                  <a:srgbClr val="8FB0C6"/>
                </a:solidFill>
              </a:defRPr>
            </a:lvl4pPr>
            <a:lvl5pPr algn="l">
              <a:defRPr sz="1125" b="0" i="0">
                <a:solidFill>
                  <a:srgbClr val="8FB0C6"/>
                </a:solidFill>
              </a:defRPr>
            </a:lvl5pPr>
            <a:lvl6pPr algn="l">
              <a:defRPr sz="1125" b="0" i="0">
                <a:solidFill>
                  <a:srgbClr val="8FB0C6"/>
                </a:solidFill>
              </a:defRPr>
            </a:lvl6pPr>
            <a:lvl7pPr algn="l">
              <a:defRPr sz="1125" b="0" i="0">
                <a:solidFill>
                  <a:srgbClr val="8FB0C6"/>
                </a:solidFill>
              </a:defRPr>
            </a:lvl7pPr>
            <a:lvl8pPr algn="l">
              <a:defRPr sz="1125" b="0" i="0">
                <a:solidFill>
                  <a:srgbClr val="8FB0C6"/>
                </a:solidFill>
              </a:defRPr>
            </a:lvl8pPr>
            <a:lvl9pPr algn="l">
              <a:defRPr sz="1125" b="0" i="0">
                <a:solidFill>
                  <a:srgbClr val="8FB0C6"/>
                </a:solidFill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8FB0C6"/>
                </a:solidFill>
              </a:defRPr>
            </a:pPr>
            <a:r>
              <a:rPr sz="1125" b="0" i="0">
                <a:solidFill>
                  <a:srgbClr val="8FB0C6"/>
                </a:solidFill>
              </a:rPr>
              <a:t>Nexatech School Operations Platform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6BB69-86EF-418A-913C-DA72E65E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115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8FB0C6"/>
                </a:solidFill>
              </a:defRPr>
            </a:defPPr>
            <a:lvl1pPr algn="r">
              <a:defRPr sz="900" b="0" i="0">
                <a:solidFill>
                  <a:srgbClr val="8FB0C6"/>
                </a:solidFill>
              </a:defRPr>
            </a:lvl1pPr>
            <a:lvl2pPr algn="r">
              <a:defRPr sz="900" b="0" i="0">
                <a:solidFill>
                  <a:srgbClr val="8FB0C6"/>
                </a:solidFill>
              </a:defRPr>
            </a:lvl2pPr>
            <a:lvl3pPr algn="r">
              <a:defRPr sz="900" b="0" i="0">
                <a:solidFill>
                  <a:srgbClr val="8FB0C6"/>
                </a:solidFill>
              </a:defRPr>
            </a:lvl3pPr>
            <a:lvl4pPr algn="r">
              <a:defRPr sz="900" b="0" i="0">
                <a:solidFill>
                  <a:srgbClr val="8FB0C6"/>
                </a:solidFill>
              </a:defRPr>
            </a:lvl4pPr>
            <a:lvl5pPr algn="r">
              <a:defRPr sz="900" b="0" i="0">
                <a:solidFill>
                  <a:srgbClr val="8FB0C6"/>
                </a:solidFill>
              </a:defRPr>
            </a:lvl5pPr>
            <a:lvl6pPr algn="r">
              <a:defRPr sz="900" b="0" i="0">
                <a:solidFill>
                  <a:srgbClr val="8FB0C6"/>
                </a:solidFill>
              </a:defRPr>
            </a:lvl6pPr>
            <a:lvl7pPr algn="r">
              <a:defRPr sz="900" b="0" i="0">
                <a:solidFill>
                  <a:srgbClr val="8FB0C6"/>
                </a:solidFill>
              </a:defRPr>
            </a:lvl7pPr>
            <a:lvl8pPr algn="r">
              <a:defRPr sz="900" b="0" i="0">
                <a:solidFill>
                  <a:srgbClr val="8FB0C6"/>
                </a:solidFill>
              </a:defRPr>
            </a:lvl8pPr>
            <a:lvl9pPr algn="r">
              <a:defRPr sz="900" b="0" i="0">
                <a:solidFill>
                  <a:srgbClr val="8FB0C6"/>
                </a:solidFill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8FB0C6"/>
                </a:solidFill>
              </a:defRPr>
            </a:pPr>
            <a:r>
              <a:rPr sz="900" b="0" i="0">
                <a:solidFill>
                  <a:srgbClr val="8FB0C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36995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2026-10-21T16:26:52.6060000Z</dcterms:created>
  <dcterms:modified xsi:type="dcterms:W3CDTF">2026-10-21T16:26:52.6060000Z</dcterms:modified>
</coreProperties>
</file>
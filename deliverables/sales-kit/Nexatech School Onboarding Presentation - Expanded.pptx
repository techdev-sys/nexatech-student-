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a6c96b23e14d4d" /><Relationship Type="http://schemas.openxmlformats.org/officeDocument/2006/relationships/extended-properties" Target="/docProps/app.xml" Id="Rcf62eca9d18f4718" /><Relationship Type="http://schemas.openxmlformats.org/officeDocument/2006/relationships/officeDocument" Target="/ppt/presentation.xml" Id="R375353cf7fd341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51ca6d7361429b"/>
  </p:sldMasterIdLst>
  <p:notesMasterIdLst>
    <p:notesMasterId xmlns:r="http://schemas.openxmlformats.org/officeDocument/2006/relationships" r:id="R522d80dc9ff54dae"/>
  </p:notesMasterIdLst>
  <p:sldIdLst>
    <p:sldId xmlns:r="http://schemas.openxmlformats.org/officeDocument/2006/relationships" id="256" r:id="R5edaa04d180b4ab9"/>
    <p:sldId xmlns:r="http://schemas.openxmlformats.org/officeDocument/2006/relationships" id="257" r:id="R115f55e9ba9a4b8d"/>
    <p:sldId xmlns:r="http://schemas.openxmlformats.org/officeDocument/2006/relationships" id="258" r:id="Rea66c45490ae428f"/>
    <p:sldId xmlns:r="http://schemas.openxmlformats.org/officeDocument/2006/relationships" id="259" r:id="R887090965844456e"/>
    <p:sldId xmlns:r="http://schemas.openxmlformats.org/officeDocument/2006/relationships" id="260" r:id="Rf2365206bc8c49ad"/>
    <p:sldId xmlns:r="http://schemas.openxmlformats.org/officeDocument/2006/relationships" id="261" r:id="R1a215657fe4641be"/>
    <p:sldId xmlns:r="http://schemas.openxmlformats.org/officeDocument/2006/relationships" id="262" r:id="Re4cf99dada4b4eb1"/>
    <p:sldId xmlns:r="http://schemas.openxmlformats.org/officeDocument/2006/relationships" id="263" r:id="R68e53392f5dd48d4"/>
    <p:sldId xmlns:r="http://schemas.openxmlformats.org/officeDocument/2006/relationships" id="264" r:id="R356fa4b06eaa48ad"/>
    <p:sldId xmlns:r="http://schemas.openxmlformats.org/officeDocument/2006/relationships" id="265" r:id="R232b821003a24365"/>
    <p:sldId xmlns:r="http://schemas.openxmlformats.org/officeDocument/2006/relationships" id="266" r:id="R9c3f8c428c69408b"/>
    <p:sldId xmlns:r="http://schemas.openxmlformats.org/officeDocument/2006/relationships" id="267" r:id="Rfed6b924279e4b0b"/>
    <p:sldId xmlns:r="http://schemas.openxmlformats.org/officeDocument/2006/relationships" id="268" r:id="R0cbe2abb86d345cb"/>
    <p:sldId xmlns:r="http://schemas.openxmlformats.org/officeDocument/2006/relationships" id="269" r:id="R97d6cd5e71c744a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f8c7fd25fd4180" /><Relationship Type="http://schemas.openxmlformats.org/officeDocument/2006/relationships/slideMaster" Target="/ppt/slideMasters/slideMaster1.xml" Id="R2951ca6d7361429b" /><Relationship Type="http://schemas.openxmlformats.org/officeDocument/2006/relationships/notesMaster" Target="/ppt/notesMasters/notesMaster1.xml" Id="R522d80dc9ff54dae" /><Relationship Type="http://schemas.openxmlformats.org/officeDocument/2006/relationships/presProps" Target="/ppt/presProps.xml" Id="Rf690cb4095e24599" /><Relationship Type="http://schemas.openxmlformats.org/officeDocument/2006/relationships/tableStyles" Target="/ppt/tableStyles.xml" Id="R0f3ef41a8c72415a" /><Relationship Type="http://schemas.openxmlformats.org/officeDocument/2006/relationships/slide" Target="/ppt/slides/slide1.xml" Id="R5edaa04d180b4ab9" /><Relationship Type="http://schemas.openxmlformats.org/officeDocument/2006/relationships/slide" Target="/ppt/slides/slide2.xml" Id="R115f55e9ba9a4b8d" /><Relationship Type="http://schemas.openxmlformats.org/officeDocument/2006/relationships/slide" Target="/ppt/slides/slide3.xml" Id="Rea66c45490ae428f" /><Relationship Type="http://schemas.openxmlformats.org/officeDocument/2006/relationships/slide" Target="/ppt/slides/slide4.xml" Id="R887090965844456e" /><Relationship Type="http://schemas.openxmlformats.org/officeDocument/2006/relationships/slide" Target="/ppt/slides/slide5.xml" Id="Rf2365206bc8c49ad" /><Relationship Type="http://schemas.openxmlformats.org/officeDocument/2006/relationships/slide" Target="/ppt/slides/slide6.xml" Id="R1a215657fe4641be" /><Relationship Type="http://schemas.openxmlformats.org/officeDocument/2006/relationships/slide" Target="/ppt/slides/slide7.xml" Id="Re4cf99dada4b4eb1" /><Relationship Type="http://schemas.openxmlformats.org/officeDocument/2006/relationships/slide" Target="/ppt/slides/slide8.xml" Id="R68e53392f5dd48d4" /><Relationship Type="http://schemas.openxmlformats.org/officeDocument/2006/relationships/slide" Target="/ppt/slides/slide9.xml" Id="R356fa4b06eaa48ad" /><Relationship Type="http://schemas.openxmlformats.org/officeDocument/2006/relationships/slide" Target="/ppt/slides/slide10.xml" Id="R232b821003a24365" /><Relationship Type="http://schemas.openxmlformats.org/officeDocument/2006/relationships/slide" Target="/ppt/slides/slide11.xml" Id="R9c3f8c428c69408b" /><Relationship Type="http://schemas.openxmlformats.org/officeDocument/2006/relationships/slide" Target="/ppt/slides/slide12.xml" Id="Rfed6b924279e4b0b" /><Relationship Type="http://schemas.openxmlformats.org/officeDocument/2006/relationships/slide" Target="/ppt/slides/slide13.xml" Id="R0cbe2abb86d345cb" /><Relationship Type="http://schemas.openxmlformats.org/officeDocument/2006/relationships/slide" Target="/ppt/slides/slide14.xml" Id="R97d6cd5e71c744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fa24ddb9dec4d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115591940b42b3" /><Relationship Type="http://schemas.openxmlformats.org/officeDocument/2006/relationships/notesMaster" Target="/ppt/notesMasters/notesMaster1.xml" Id="R1010f3cae4c148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6e31713a7d43d7" /><Relationship Type="http://schemas.openxmlformats.org/officeDocument/2006/relationships/notesMaster" Target="/ppt/notesMasters/notesMaster1.xml" Id="R08516ca75f784d9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0a414ffa071494b" /><Relationship Type="http://schemas.openxmlformats.org/officeDocument/2006/relationships/notesMaster" Target="/ppt/notesMasters/notesMaster1.xml" Id="Re287a0f15cdb48e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d3f2b872db48bf" /><Relationship Type="http://schemas.openxmlformats.org/officeDocument/2006/relationships/notesMaster" Target="/ppt/notesMasters/notesMaster1.xml" Id="R76eda4c6374a419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7c7b5ba76194a82" /><Relationship Type="http://schemas.openxmlformats.org/officeDocument/2006/relationships/notesMaster" Target="/ppt/notesMasters/notesMaster1.xml" Id="Ra746fed249724f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8e63f5ab2bf4427" /><Relationship Type="http://schemas.openxmlformats.org/officeDocument/2006/relationships/notesMaster" Target="/ppt/notesMasters/notesMaster1.xml" Id="R70a1802c11b14cb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8f3899742b949f6" /><Relationship Type="http://schemas.openxmlformats.org/officeDocument/2006/relationships/notesMaster" Target="/ppt/notesMasters/notesMaster1.xml" Id="Rf423686a25e7471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7306b8e3acf4c33" /><Relationship Type="http://schemas.openxmlformats.org/officeDocument/2006/relationships/notesMaster" Target="/ppt/notesMasters/notesMaster1.xml" Id="Ra606fbcd23be40e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10a877b02be44da" /><Relationship Type="http://schemas.openxmlformats.org/officeDocument/2006/relationships/notesMaster" Target="/ppt/notesMasters/notesMaster1.xml" Id="R6272f6e218f14e4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125d1da319b46f0" /><Relationship Type="http://schemas.openxmlformats.org/officeDocument/2006/relationships/notesMaster" Target="/ppt/notesMasters/notesMaster1.xml" Id="R454b0cb979ef4ac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bd4ddac39c34992" /><Relationship Type="http://schemas.openxmlformats.org/officeDocument/2006/relationships/notesMaster" Target="/ppt/notesMasters/notesMaster1.xml" Id="Rcb54574fc7ca4ec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838d943d15f42f5" /><Relationship Type="http://schemas.openxmlformats.org/officeDocument/2006/relationships/notesMaster" Target="/ppt/notesMasters/notesMaster1.xml" Id="R769418687699428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6e518bc2a0746b4" /><Relationship Type="http://schemas.openxmlformats.org/officeDocument/2006/relationships/notesMaster" Target="/ppt/notesMasters/notesMaster1.xml" Id="Re28299b5ac324b0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f2262c4d6f2412c" /><Relationship Type="http://schemas.openxmlformats.org/officeDocument/2006/relationships/notesMaster" Target="/ppt/notesMasters/notesMaster1.xml" Id="R78fde5b6992b4f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c7dcbdf5a5475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3bf274c6e747a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09322e1ca045c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9d1a98c5c641d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8fb2d26a8a475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87844341354ec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F052E8C-224D-4A1E-9967-C3FA2AA675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BDB5165-C81F-4EA3-BF9F-9C80BBAE293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25F7A64-9BBC-491D-BA34-C5F23EF174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95A65F0-2F6A-41CB-907E-8F39F052F4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ABBF30C-08DF-462F-9DB4-C2F3909074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F85EBA3-8726-43EE-987D-939321E357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606EA7F-664F-4CE8-AA65-172737A575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C6CD7A7-DB61-4768-94DC-D3B45FB0833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F631419-4931-43E3-B34C-1E2B12F19A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25CC45B-D033-4E2A-95F5-4EA385AE37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fb9d25d03e4398" /><Relationship Type="http://schemas.openxmlformats.org/officeDocument/2006/relationships/slideLayout" Target="/ppt/slideLayouts/slideLayout1.xml" Id="R1f8261ff03654905" /><Relationship Type="http://schemas.openxmlformats.org/officeDocument/2006/relationships/slideLayout" Target="/ppt/slideLayouts/slideLayout2.xml" Id="R2f5875fa1e964cc1" /><Relationship Type="http://schemas.openxmlformats.org/officeDocument/2006/relationships/slideLayout" Target="/ppt/slideLayouts/slideLayout3.xml" Id="R430b109256414819" /><Relationship Type="http://schemas.openxmlformats.org/officeDocument/2006/relationships/slideLayout" Target="/ppt/slideLayouts/slideLayout4.xml" Id="R73ae88f002fe4066" /><Relationship Type="http://schemas.openxmlformats.org/officeDocument/2006/relationships/slideLayout" Target="/ppt/slideLayouts/slideLayout5.xml" Id="R0b86c603417b47b3" /><Relationship Type="http://schemas.openxmlformats.org/officeDocument/2006/relationships/slideLayout" Target="/ppt/slideLayouts/slideLayout6.xml" Id="R1b4ea7e661644b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8261ff03654905"/>
    <p:sldLayoutId xmlns:r="http://schemas.openxmlformats.org/officeDocument/2006/relationships" id="2147483650" r:id="R2f5875fa1e964cc1"/>
    <p:sldLayoutId xmlns:r="http://schemas.openxmlformats.org/officeDocument/2006/relationships" id="2147483651" r:id="R430b109256414819"/>
    <p:sldLayoutId xmlns:r="http://schemas.openxmlformats.org/officeDocument/2006/relationships" id="2147483652" r:id="R73ae88f002fe4066"/>
    <p:sldLayoutId xmlns:r="http://schemas.openxmlformats.org/officeDocument/2006/relationships" id="2147483653" r:id="R0b86c603417b47b3"/>
    <p:sldLayoutId xmlns:r="http://schemas.openxmlformats.org/officeDocument/2006/relationships" id="2147483654" r:id="R1b4ea7e661644b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ae51259a0549bc" /><Relationship Type="http://schemas.openxmlformats.org/officeDocument/2006/relationships/notesSlide" Target="/ppt/notesSlides/notesSlide1.xml" Id="R846b4def651745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179f3a06724f80" /><Relationship Type="http://schemas.openxmlformats.org/officeDocument/2006/relationships/image" Target="/ppt/media/image.png" Id="Rba3b96b2e7a24b36" /><Relationship Type="http://schemas.openxmlformats.org/officeDocument/2006/relationships/notesSlide" Target="/ppt/notesSlides/notesSlide2.xml" Id="Rdc36c579346d47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bd7566b51b4291" /><Relationship Type="http://schemas.openxmlformats.org/officeDocument/2006/relationships/image" Target="/ppt/media/image2.png" Id="Rd1bbc096cef14a3c" /><Relationship Type="http://schemas.openxmlformats.org/officeDocument/2006/relationships/notesSlide" Target="/ppt/notesSlides/notesSlide3.xml" Id="R6a6a930fb2e74c1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64161c7b1d444a" /><Relationship Type="http://schemas.openxmlformats.org/officeDocument/2006/relationships/image" Target="/ppt/media/image3.png" Id="Rb2a4f75f803b4420" /><Relationship Type="http://schemas.openxmlformats.org/officeDocument/2006/relationships/notesSlide" Target="/ppt/notesSlides/notesSlide4.xml" Id="R8fb0c5ee8860473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6bd996908941fe" /><Relationship Type="http://schemas.openxmlformats.org/officeDocument/2006/relationships/image" Target="/ppt/media/image4.png" Id="Rbdd23057b66f4b9c" /><Relationship Type="http://schemas.openxmlformats.org/officeDocument/2006/relationships/image" Target="/ppt/media/image5.png" Id="R14adff1e44974934" /><Relationship Type="http://schemas.openxmlformats.org/officeDocument/2006/relationships/notesSlide" Target="/ppt/notesSlides/notesSlide5.xml" Id="R2556d53e129a447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ebfd3f355b48e8" /><Relationship Type="http://schemas.openxmlformats.org/officeDocument/2006/relationships/image" Target="/ppt/media/image6.png" Id="R30bf7fad109b4384" /><Relationship Type="http://schemas.openxmlformats.org/officeDocument/2006/relationships/notesSlide" Target="/ppt/notesSlides/notesSlide6.xml" Id="Ra7934071629a43d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eef21ac61c4aeb" /><Relationship Type="http://schemas.openxmlformats.org/officeDocument/2006/relationships/notesSlide" Target="/ppt/notesSlides/notesSlide7.xml" Id="R33f85f55ec55412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a7e004ee8d4c39" /><Relationship Type="http://schemas.openxmlformats.org/officeDocument/2006/relationships/notesSlide" Target="/ppt/notesSlides/notesSlide8.xml" Id="Rc83d30e723b241b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2248c6a3494e72" /><Relationship Type="http://schemas.openxmlformats.org/officeDocument/2006/relationships/image" Target="/ppt/media/image7.png" Id="R87185cf586614933" /><Relationship Type="http://schemas.openxmlformats.org/officeDocument/2006/relationships/notesSlide" Target="/ppt/notesSlides/notesSlide9.xml" Id="R1be9f95afd954ed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7d7547a17d4904" /><Relationship Type="http://schemas.openxmlformats.org/officeDocument/2006/relationships/image" Target="/ppt/media/image8.png" Id="R557a87f462564d66" /><Relationship Type="http://schemas.openxmlformats.org/officeDocument/2006/relationships/notesSlide" Target="/ppt/notesSlides/notesSlide10.xml" Id="Rf8e0c1be01504f4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5aba7de60140a5" /><Relationship Type="http://schemas.openxmlformats.org/officeDocument/2006/relationships/notesSlide" Target="/ppt/notesSlides/notesSlide11.xml" Id="R114000c4300548d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939e3ce1f04f81" /><Relationship Type="http://schemas.openxmlformats.org/officeDocument/2006/relationships/notesSlide" Target="/ppt/notesSlides/notesSlide12.xml" Id="R4b65bc85af574e3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2e66728cfd4911" /><Relationship Type="http://schemas.openxmlformats.org/officeDocument/2006/relationships/notesSlide" Target="/ppt/notesSlides/notesSlide13.xml" Id="R8a409ea47029421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08ea8139d34f57" /><Relationship Type="http://schemas.openxmlformats.org/officeDocument/2006/relationships/notesSlide" Target="/ppt/notesSlides/notesSlide14.xml" Id="R93ed7cd2168f4d5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31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F9E4F5-556C-41CE-87D9-F5AEFA154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8FD8FF"/>
                </a:solidFill>
              </a:defRPr>
            </a:defPPr>
            <a:lvl1pPr algn="l">
              <a:buNone/>
              <a:defRPr sz="1350" b="1" i="0">
                <a:solidFill>
                  <a:srgbClr val="8FD8FF"/>
                </a:solidFill>
              </a:defRPr>
            </a:lvl1pPr>
            <a:lvl2pPr algn="l">
              <a:buNone/>
              <a:defRPr sz="1350" b="1" i="0">
                <a:solidFill>
                  <a:srgbClr val="8FD8FF"/>
                </a:solidFill>
              </a:defRPr>
            </a:lvl2pPr>
            <a:lvl3pPr algn="l">
              <a:buNone/>
              <a:defRPr sz="1350" b="1" i="0">
                <a:solidFill>
                  <a:srgbClr val="8FD8FF"/>
                </a:solidFill>
              </a:defRPr>
            </a:lvl3pPr>
            <a:lvl4pPr algn="l">
              <a:buNone/>
              <a:defRPr sz="1350" b="1" i="0">
                <a:solidFill>
                  <a:srgbClr val="8FD8FF"/>
                </a:solidFill>
              </a:defRPr>
            </a:lvl4pPr>
            <a:lvl5pPr algn="l">
              <a:buNone/>
              <a:defRPr sz="1350" b="1" i="0">
                <a:solidFill>
                  <a:srgbClr val="8FD8FF"/>
                </a:solidFill>
              </a:defRPr>
            </a:lvl5pPr>
            <a:lvl6pPr algn="l">
              <a:buNone/>
              <a:defRPr sz="1350" b="1" i="0">
                <a:solidFill>
                  <a:srgbClr val="8FD8FF"/>
                </a:solidFill>
              </a:defRPr>
            </a:lvl6pPr>
            <a:lvl7pPr algn="l">
              <a:buNone/>
              <a:defRPr sz="1350" b="1" i="0">
                <a:solidFill>
                  <a:srgbClr val="8FD8FF"/>
                </a:solidFill>
              </a:defRPr>
            </a:lvl7pPr>
            <a:lvl8pPr algn="l">
              <a:buNone/>
              <a:defRPr sz="1350" b="1" i="0">
                <a:solidFill>
                  <a:srgbClr val="8FD8FF"/>
                </a:solidFill>
              </a:defRPr>
            </a:lvl8pPr>
            <a:lvl9pPr algn="l">
              <a:buNone/>
              <a:defRPr sz="1350" b="1" i="0">
                <a:solidFill>
                  <a:srgbClr val="8FD8FF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1" i="0">
                <a:solidFill>
                  <a:srgbClr val="8FD8FF"/>
                </a:solidFill>
              </a:defRPr>
            </a:pPr>
            <a:r>
              <a:rPr sz="1350" b="1" i="0">
                <a:solidFill>
                  <a:srgbClr val="8FD8FF"/>
                </a:solidFill>
              </a:rPr>
              <a:t>NEXATECH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25956A-6F65-4F6F-8ADB-5A785098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66875"/>
            <a:ext cx="7620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00" b="1" i="0">
                <a:solidFill>
                  <a:srgbClr val="FFFFFF"/>
                </a:solidFill>
              </a:defRPr>
            </a:defPPr>
            <a:lvl1pPr algn="l">
              <a:buNone/>
              <a:defRPr sz="3600" b="1" i="0">
                <a:solidFill>
                  <a:srgbClr val="FFFFFF"/>
                </a:solidFill>
              </a:defRPr>
            </a:lvl1pPr>
            <a:lvl2pPr algn="l">
              <a:buNone/>
              <a:defRPr sz="3600" b="1" i="0">
                <a:solidFill>
                  <a:srgbClr val="FFFFFF"/>
                </a:solidFill>
              </a:defRPr>
            </a:lvl2pPr>
            <a:lvl3pPr algn="l">
              <a:buNone/>
              <a:defRPr sz="3600" b="1" i="0">
                <a:solidFill>
                  <a:srgbClr val="FFFFFF"/>
                </a:solidFill>
              </a:defRPr>
            </a:lvl3pPr>
            <a:lvl4pPr algn="l">
              <a:buNone/>
              <a:defRPr sz="3600" b="1" i="0">
                <a:solidFill>
                  <a:srgbClr val="FFFFFF"/>
                </a:solidFill>
              </a:defRPr>
            </a:lvl4pPr>
            <a:lvl5pPr algn="l">
              <a:buNone/>
              <a:defRPr sz="3600" b="1" i="0">
                <a:solidFill>
                  <a:srgbClr val="FFFFFF"/>
                </a:solidFill>
              </a:defRPr>
            </a:lvl5pPr>
            <a:lvl6pPr algn="l">
              <a:buNone/>
              <a:defRPr sz="3600" b="1" i="0">
                <a:solidFill>
                  <a:srgbClr val="FFFFFF"/>
                </a:solidFill>
              </a:defRPr>
            </a:lvl6pPr>
            <a:lvl7pPr algn="l">
              <a:buNone/>
              <a:defRPr sz="3600" b="1" i="0">
                <a:solidFill>
                  <a:srgbClr val="FFFFFF"/>
                </a:solidFill>
              </a:defRPr>
            </a:lvl7pPr>
            <a:lvl8pPr algn="l">
              <a:buNone/>
              <a:defRPr sz="3600" b="1" i="0">
                <a:solidFill>
                  <a:srgbClr val="FFFFFF"/>
                </a:solidFill>
              </a:defRPr>
            </a:lvl8pPr>
            <a:lvl9pPr algn="l">
              <a:buNone/>
              <a:defRPr sz="3600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buNone/>
              <a:defRPr sz="3600" b="1" i="0">
                <a:solidFill>
                  <a:srgbClr val="FFFFFF"/>
                </a:solidFill>
              </a:defRPr>
            </a:pPr>
            <a:r>
              <a:rPr sz="3600" b="1" i="0">
                <a:solidFill>
                  <a:srgbClr val="FFFFFF"/>
                </a:solidFill>
              </a:rPr>
              <a:t>School Operations Platform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C0AF14-0BAC-455D-B44D-69A299924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955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0" i="0">
                <a:solidFill>
                  <a:srgbClr val="D7E9F5"/>
                </a:solidFill>
              </a:defRPr>
            </a:defPPr>
            <a:lvl1pPr algn="l">
              <a:buNone/>
              <a:defRPr sz="2100" b="0" i="0">
                <a:solidFill>
                  <a:srgbClr val="D7E9F5"/>
                </a:solidFill>
              </a:defRPr>
            </a:lvl1pPr>
            <a:lvl2pPr algn="l">
              <a:buNone/>
              <a:defRPr sz="2100" b="0" i="0">
                <a:solidFill>
                  <a:srgbClr val="D7E9F5"/>
                </a:solidFill>
              </a:defRPr>
            </a:lvl2pPr>
            <a:lvl3pPr algn="l">
              <a:buNone/>
              <a:defRPr sz="2100" b="0" i="0">
                <a:solidFill>
                  <a:srgbClr val="D7E9F5"/>
                </a:solidFill>
              </a:defRPr>
            </a:lvl3pPr>
            <a:lvl4pPr algn="l">
              <a:buNone/>
              <a:defRPr sz="2100" b="0" i="0">
                <a:solidFill>
                  <a:srgbClr val="D7E9F5"/>
                </a:solidFill>
              </a:defRPr>
            </a:lvl4pPr>
            <a:lvl5pPr algn="l">
              <a:buNone/>
              <a:defRPr sz="2100" b="0" i="0">
                <a:solidFill>
                  <a:srgbClr val="D7E9F5"/>
                </a:solidFill>
              </a:defRPr>
            </a:lvl5pPr>
            <a:lvl6pPr algn="l">
              <a:buNone/>
              <a:defRPr sz="2100" b="0" i="0">
                <a:solidFill>
                  <a:srgbClr val="D7E9F5"/>
                </a:solidFill>
              </a:defRPr>
            </a:lvl6pPr>
            <a:lvl7pPr algn="l">
              <a:buNone/>
              <a:defRPr sz="2100" b="0" i="0">
                <a:solidFill>
                  <a:srgbClr val="D7E9F5"/>
                </a:solidFill>
              </a:defRPr>
            </a:lvl7pPr>
            <a:lvl8pPr algn="l">
              <a:buNone/>
              <a:defRPr sz="2100" b="0" i="0">
                <a:solidFill>
                  <a:srgbClr val="D7E9F5"/>
                </a:solidFill>
              </a:defRPr>
            </a:lvl8pPr>
            <a:lvl9pPr algn="l">
              <a:buNone/>
              <a:defRPr sz="2100" b="0" i="0">
                <a:solidFill>
                  <a:srgbClr val="D7E9F5"/>
                </a:solidFill>
              </a:defRPr>
            </a:lvl9pPr>
          </a:lstStyle>
          <a:p xmlns:a="http://schemas.openxmlformats.org/drawingml/2006/main">
            <a:pPr algn="l">
              <a:buNone/>
              <a:defRPr sz="2100" b="0" i="0">
                <a:solidFill>
                  <a:srgbClr val="D7E9F5"/>
                </a:solidFill>
              </a:defRPr>
            </a:pPr>
            <a:r>
              <a:rPr sz="2100" b="0" i="0">
                <a:solidFill>
                  <a:srgbClr val="D7E9F5"/>
                </a:solidFill>
              </a:rPr>
              <a:t>School onboarding proposal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067BFB-19EE-4765-B87C-693BE413E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723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 i="0">
                <a:solidFill>
                  <a:srgbClr val="B9D0E0"/>
                </a:solidFill>
              </a:defRPr>
            </a:defPPr>
            <a:lvl1pPr algn="l">
              <a:buNone/>
              <a:defRPr sz="1575" b="0" i="0">
                <a:solidFill>
                  <a:srgbClr val="B9D0E0"/>
                </a:solidFill>
              </a:defRPr>
            </a:lvl1pPr>
            <a:lvl2pPr algn="l">
              <a:buNone/>
              <a:defRPr sz="1575" b="0" i="0">
                <a:solidFill>
                  <a:srgbClr val="B9D0E0"/>
                </a:solidFill>
              </a:defRPr>
            </a:lvl2pPr>
            <a:lvl3pPr algn="l">
              <a:buNone/>
              <a:defRPr sz="1575" b="0" i="0">
                <a:solidFill>
                  <a:srgbClr val="B9D0E0"/>
                </a:solidFill>
              </a:defRPr>
            </a:lvl3pPr>
            <a:lvl4pPr algn="l">
              <a:buNone/>
              <a:defRPr sz="1575" b="0" i="0">
                <a:solidFill>
                  <a:srgbClr val="B9D0E0"/>
                </a:solidFill>
              </a:defRPr>
            </a:lvl4pPr>
            <a:lvl5pPr algn="l">
              <a:buNone/>
              <a:defRPr sz="1575" b="0" i="0">
                <a:solidFill>
                  <a:srgbClr val="B9D0E0"/>
                </a:solidFill>
              </a:defRPr>
            </a:lvl5pPr>
            <a:lvl6pPr algn="l">
              <a:buNone/>
              <a:defRPr sz="1575" b="0" i="0">
                <a:solidFill>
                  <a:srgbClr val="B9D0E0"/>
                </a:solidFill>
              </a:defRPr>
            </a:lvl6pPr>
            <a:lvl7pPr algn="l">
              <a:buNone/>
              <a:defRPr sz="1575" b="0" i="0">
                <a:solidFill>
                  <a:srgbClr val="B9D0E0"/>
                </a:solidFill>
              </a:defRPr>
            </a:lvl7pPr>
            <a:lvl8pPr algn="l">
              <a:buNone/>
              <a:defRPr sz="1575" b="0" i="0">
                <a:solidFill>
                  <a:srgbClr val="B9D0E0"/>
                </a:solidFill>
              </a:defRPr>
            </a:lvl8pPr>
            <a:lvl9pPr algn="l">
              <a:buNone/>
              <a:defRPr sz="1575" b="0" i="0">
                <a:solidFill>
                  <a:srgbClr val="B9D0E0"/>
                </a:solidFill>
              </a:defRPr>
            </a:lvl9pPr>
          </a:lstStyle>
          <a:p xmlns:a="http://schemas.openxmlformats.org/drawingml/2006/main">
            <a:pPr algn="l">
              <a:buNone/>
              <a:defRPr sz="1575" b="0" i="0">
                <a:solidFill>
                  <a:srgbClr val="B9D0E0"/>
                </a:solidFill>
              </a:defRPr>
            </a:pPr>
            <a:r>
              <a:rPr sz="1575" b="0" i="0">
                <a:solidFill>
                  <a:srgbClr val="B9D0E0"/>
                </a:solidFill>
              </a:rPr>
              <a:t>A 30 day pilot focused on student records, marks, results, attendance, and controlled school access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3E8FB7-6D55-49C3-889D-45DB4DB53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531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0">
                <a:solidFill>
                  <a:srgbClr val="8FB0C6"/>
                </a:solidFill>
              </a:defRPr>
            </a:defPPr>
            <a:lvl1pPr algn="l">
              <a:buNone/>
              <a:defRPr sz="1050" b="0" i="0">
                <a:solidFill>
                  <a:srgbClr val="8FB0C6"/>
                </a:solidFill>
              </a:defRPr>
            </a:lvl1pPr>
            <a:lvl2pPr algn="l">
              <a:buNone/>
              <a:defRPr sz="1050" b="0" i="0">
                <a:solidFill>
                  <a:srgbClr val="8FB0C6"/>
                </a:solidFill>
              </a:defRPr>
            </a:lvl2pPr>
            <a:lvl3pPr algn="l">
              <a:buNone/>
              <a:defRPr sz="1050" b="0" i="0">
                <a:solidFill>
                  <a:srgbClr val="8FB0C6"/>
                </a:solidFill>
              </a:defRPr>
            </a:lvl3pPr>
            <a:lvl4pPr algn="l">
              <a:buNone/>
              <a:defRPr sz="1050" b="0" i="0">
                <a:solidFill>
                  <a:srgbClr val="8FB0C6"/>
                </a:solidFill>
              </a:defRPr>
            </a:lvl4pPr>
            <a:lvl5pPr algn="l">
              <a:buNone/>
              <a:defRPr sz="1050" b="0" i="0">
                <a:solidFill>
                  <a:srgbClr val="8FB0C6"/>
                </a:solidFill>
              </a:defRPr>
            </a:lvl5pPr>
            <a:lvl6pPr algn="l">
              <a:buNone/>
              <a:defRPr sz="1050" b="0" i="0">
                <a:solidFill>
                  <a:srgbClr val="8FB0C6"/>
                </a:solidFill>
              </a:defRPr>
            </a:lvl6pPr>
            <a:lvl7pPr algn="l">
              <a:buNone/>
              <a:defRPr sz="1050" b="0" i="0">
                <a:solidFill>
                  <a:srgbClr val="8FB0C6"/>
                </a:solidFill>
              </a:defRPr>
            </a:lvl7pPr>
            <a:lvl8pPr algn="l">
              <a:buNone/>
              <a:defRPr sz="1050" b="0" i="0">
                <a:solidFill>
                  <a:srgbClr val="8FB0C6"/>
                </a:solidFill>
              </a:defRPr>
            </a:lvl8pPr>
            <a:lvl9pPr algn="l">
              <a:buNone/>
              <a:defRPr sz="1050" b="0" i="0">
                <a:solidFill>
                  <a:srgbClr val="8FB0C6"/>
                </a:solidFill>
              </a:defRPr>
            </a:lvl9pPr>
          </a:lstStyle>
          <a:p xmlns:a="http://schemas.openxmlformats.org/drawingml/2006/main">
            <a:pPr algn="l">
              <a:buNone/>
              <a:defRPr sz="1050" b="0" i="0">
                <a:solidFill>
                  <a:srgbClr val="8FB0C6"/>
                </a:solidFill>
              </a:defRPr>
            </a:pPr>
            <a:r>
              <a:rPr sz="1050" b="0" i="0">
                <a:solidFill>
                  <a:srgbClr val="8FB0C6"/>
                </a:solidFill>
              </a:rPr>
              <a:t>Prepared 21 October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C43130-65C8-44D9-B78F-931A13FA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143000"/>
            <a:ext cx="2381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9B5"/>
          </a:solidFill>
          <a:ln xmlns:a="http://schemas.openxmlformats.org/drawingml/2006/main" w="0">
            <a:solidFill>
              <a:srgbClr val="2E89B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EA7301-68D0-44EA-AF65-699A0C3F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524000"/>
            <a:ext cx="1714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B59A"/>
          </a:solidFill>
          <a:ln xmlns:a="http://schemas.openxmlformats.org/drawingml/2006/main" w="0">
            <a:solidFill>
              <a:srgbClr val="4AB59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505268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333E4B-4F86-42C7-A5B3-59EFBAE4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00" b="1" i="0">
                <a:solidFill>
                  <a:srgbClr val="0F315D"/>
                </a:solidFill>
              </a:defRPr>
            </a:defPPr>
            <a:lvl1pPr algn="l">
              <a:buNone/>
              <a:defRPr sz="2400" b="1" i="0">
                <a:solidFill>
                  <a:srgbClr val="0F315D"/>
                </a:solidFill>
              </a:defRPr>
            </a:lvl1pPr>
            <a:lvl2pPr algn="l">
              <a:buNone/>
              <a:defRPr sz="2400" b="1" i="0">
                <a:solidFill>
                  <a:srgbClr val="0F315D"/>
                </a:solidFill>
              </a:defRPr>
            </a:lvl2pPr>
            <a:lvl3pPr algn="l">
              <a:buNone/>
              <a:defRPr sz="2400" b="1" i="0">
                <a:solidFill>
                  <a:srgbClr val="0F315D"/>
                </a:solidFill>
              </a:defRPr>
            </a:lvl3pPr>
            <a:lvl4pPr algn="l">
              <a:buNone/>
              <a:defRPr sz="2400" b="1" i="0">
                <a:solidFill>
                  <a:srgbClr val="0F315D"/>
                </a:solidFill>
              </a:defRPr>
            </a:lvl4pPr>
            <a:lvl5pPr algn="l">
              <a:buNone/>
              <a:defRPr sz="2400" b="1" i="0">
                <a:solidFill>
                  <a:srgbClr val="0F315D"/>
                </a:solidFill>
              </a:defRPr>
            </a:lvl5pPr>
            <a:lvl6pPr algn="l">
              <a:buNone/>
              <a:defRPr sz="2400" b="1" i="0">
                <a:solidFill>
                  <a:srgbClr val="0F315D"/>
                </a:solidFill>
              </a:defRPr>
            </a:lvl6pPr>
            <a:lvl7pPr algn="l">
              <a:buNone/>
              <a:defRPr sz="2400" b="1" i="0">
                <a:solidFill>
                  <a:srgbClr val="0F315D"/>
                </a:solidFill>
              </a:defRPr>
            </a:lvl7pPr>
            <a:lvl8pPr algn="l">
              <a:buNone/>
              <a:defRPr sz="2400" b="1" i="0">
                <a:solidFill>
                  <a:srgbClr val="0F315D"/>
                </a:solidFill>
              </a:defRPr>
            </a:lvl8pPr>
            <a:lvl9pPr algn="l">
              <a:buNone/>
              <a:defRPr sz="2400" b="1" i="0">
                <a:solidFill>
                  <a:srgbClr val="0F315D"/>
                </a:solidFill>
              </a:defRPr>
            </a:lvl9pPr>
          </a:lstStyle>
          <a:p xmlns:a="http://schemas.openxmlformats.org/drawingml/2006/main">
            <a:pPr algn="l">
              <a:buNone/>
              <a:defRPr sz="2400" b="1" i="0">
                <a:solidFill>
                  <a:srgbClr val="0F315D"/>
                </a:solidFill>
              </a:defRPr>
            </a:pPr>
            <a:r>
              <a:rPr sz="2400" b="1" i="0">
                <a:solidFill>
                  <a:srgbClr val="0F315D"/>
                </a:solidFill>
              </a:rPr>
              <a:t>What the system is about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9E911A-1E51-46A3-B001-0E22E747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953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5D6873"/>
                </a:solidFill>
              </a:defRPr>
            </a:defPPr>
            <a:lvl1pPr algn="l">
              <a:buNone/>
              <a:defRPr sz="1275" b="0" i="0">
                <a:solidFill>
                  <a:srgbClr val="5D6873"/>
                </a:solidFill>
              </a:defRPr>
            </a:lvl1pPr>
            <a:lvl2pPr algn="l">
              <a:buNone/>
              <a:defRPr sz="1275" b="0" i="0">
                <a:solidFill>
                  <a:srgbClr val="5D6873"/>
                </a:solidFill>
              </a:defRPr>
            </a:lvl2pPr>
            <a:lvl3pPr algn="l">
              <a:buNone/>
              <a:defRPr sz="1275" b="0" i="0">
                <a:solidFill>
                  <a:srgbClr val="5D6873"/>
                </a:solidFill>
              </a:defRPr>
            </a:lvl3pPr>
            <a:lvl4pPr algn="l">
              <a:buNone/>
              <a:defRPr sz="1275" b="0" i="0">
                <a:solidFill>
                  <a:srgbClr val="5D6873"/>
                </a:solidFill>
              </a:defRPr>
            </a:lvl4pPr>
            <a:lvl5pPr algn="l">
              <a:buNone/>
              <a:defRPr sz="1275" b="0" i="0">
                <a:solidFill>
                  <a:srgbClr val="5D6873"/>
                </a:solidFill>
              </a:defRPr>
            </a:lvl5pPr>
            <a:lvl6pPr algn="l">
              <a:buNone/>
              <a:defRPr sz="1275" b="0" i="0">
                <a:solidFill>
                  <a:srgbClr val="5D6873"/>
                </a:solidFill>
              </a:defRPr>
            </a:lvl6pPr>
            <a:lvl7pPr algn="l">
              <a:buNone/>
              <a:defRPr sz="1275" b="0" i="0">
                <a:solidFill>
                  <a:srgbClr val="5D6873"/>
                </a:solidFill>
              </a:defRPr>
            </a:lvl7pPr>
            <a:lvl8pPr algn="l">
              <a:buNone/>
              <a:defRPr sz="1275" b="0" i="0">
                <a:solidFill>
                  <a:srgbClr val="5D6873"/>
                </a:solidFill>
              </a:defRPr>
            </a:lvl8pPr>
            <a:lvl9pPr algn="l">
              <a:buNone/>
              <a:defRPr sz="1275" b="0" i="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 i="0">
                <a:solidFill>
                  <a:srgbClr val="5D6873"/>
                </a:solidFill>
              </a:defRPr>
            </a:pPr>
            <a:r>
              <a:rPr sz="1275" b="0" i="0">
                <a:solidFill>
                  <a:srgbClr val="5D6873"/>
                </a:solidFill>
              </a:rPr>
              <a:t>One connected workspace for routine school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79AD5F-E091-4FA0-B88B-82D58FF7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2862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125" b="1" i="0">
                <a:solidFill>
                  <a:srgbClr val="0B6FA4"/>
                </a:solidFill>
              </a:defRPr>
            </a:defPPr>
            <a:lvl1pPr algn="r">
              <a:buNone/>
              <a:defRPr sz="1125" b="1" i="0">
                <a:solidFill>
                  <a:srgbClr val="0B6FA4"/>
                </a:solidFill>
              </a:defRPr>
            </a:lvl1pPr>
            <a:lvl2pPr algn="r">
              <a:buNone/>
              <a:defRPr sz="1125" b="1" i="0">
                <a:solidFill>
                  <a:srgbClr val="0B6FA4"/>
                </a:solidFill>
              </a:defRPr>
            </a:lvl2pPr>
            <a:lvl3pPr algn="r">
              <a:buNone/>
              <a:defRPr sz="1125" b="1" i="0">
                <a:solidFill>
                  <a:srgbClr val="0B6FA4"/>
                </a:solidFill>
              </a:defRPr>
            </a:lvl3pPr>
            <a:lvl4pPr algn="r">
              <a:buNone/>
              <a:defRPr sz="1125" b="1" i="0">
                <a:solidFill>
                  <a:srgbClr val="0B6FA4"/>
                </a:solidFill>
              </a:defRPr>
            </a:lvl4pPr>
            <a:lvl5pPr algn="r">
              <a:buNone/>
              <a:defRPr sz="1125" b="1" i="0">
                <a:solidFill>
                  <a:srgbClr val="0B6FA4"/>
                </a:solidFill>
              </a:defRPr>
            </a:lvl5pPr>
            <a:lvl6pPr algn="r">
              <a:buNone/>
              <a:defRPr sz="1125" b="1" i="0">
                <a:solidFill>
                  <a:srgbClr val="0B6FA4"/>
                </a:solidFill>
              </a:defRPr>
            </a:lvl6pPr>
            <a:lvl7pPr algn="r">
              <a:buNone/>
              <a:defRPr sz="1125" b="1" i="0">
                <a:solidFill>
                  <a:srgbClr val="0B6FA4"/>
                </a:solidFill>
              </a:defRPr>
            </a:lvl7pPr>
            <a:lvl8pPr algn="r">
              <a:buNone/>
              <a:defRPr sz="1125" b="1" i="0">
                <a:solidFill>
                  <a:srgbClr val="0B6FA4"/>
                </a:solidFill>
              </a:defRPr>
            </a:lvl8pPr>
            <a:lvl9pPr algn="r">
              <a:buNone/>
              <a:defRPr sz="1125" b="1" i="0">
                <a:solidFill>
                  <a:srgbClr val="0B6FA4"/>
                </a:solidFill>
              </a:defRPr>
            </a:lvl9pPr>
          </a:lstStyle>
          <a:p xmlns:a="http://schemas.openxmlformats.org/drawingml/2006/main">
            <a:pPr algn="r">
              <a:buNone/>
              <a:defRPr sz="1125" b="1" i="0">
                <a:solidFill>
                  <a:srgbClr val="0B6FA4"/>
                </a:solidFill>
              </a:defRPr>
            </a:pPr>
            <a:r>
              <a:rPr sz="1125" b="1" i="0">
                <a:solidFill>
                  <a:srgbClr val="0B6FA4"/>
                </a:solidFill>
              </a:rPr>
              <a:t>NEXATECH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427BCD-C320-4929-90C7-5E1B750E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solidFill>
              <a:srgbClr val="D7E0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6C13FA-3B4B-4B54-A065-414072A8F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4857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 i="0">
                <a:solidFill>
                  <a:srgbClr val="13202C"/>
                </a:solidFill>
              </a:defRPr>
            </a:defPPr>
            <a:lvl1pPr algn="l">
              <a:buNone/>
              <a:defRPr sz="1875" b="1" i="0">
                <a:solidFill>
                  <a:srgbClr val="13202C"/>
                </a:solidFill>
              </a:defRPr>
            </a:lvl1pPr>
            <a:lvl2pPr algn="l">
              <a:buNone/>
              <a:defRPr sz="1875" b="1" i="0">
                <a:solidFill>
                  <a:srgbClr val="13202C"/>
                </a:solidFill>
              </a:defRPr>
            </a:lvl2pPr>
            <a:lvl3pPr algn="l">
              <a:buNone/>
              <a:defRPr sz="1875" b="1" i="0">
                <a:solidFill>
                  <a:srgbClr val="13202C"/>
                </a:solidFill>
              </a:defRPr>
            </a:lvl3pPr>
            <a:lvl4pPr algn="l">
              <a:buNone/>
              <a:defRPr sz="1875" b="1" i="0">
                <a:solidFill>
                  <a:srgbClr val="13202C"/>
                </a:solidFill>
              </a:defRPr>
            </a:lvl4pPr>
            <a:lvl5pPr algn="l">
              <a:buNone/>
              <a:defRPr sz="1875" b="1" i="0">
                <a:solidFill>
                  <a:srgbClr val="13202C"/>
                </a:solidFill>
              </a:defRPr>
            </a:lvl5pPr>
            <a:lvl6pPr algn="l">
              <a:buNone/>
              <a:defRPr sz="1875" b="1" i="0">
                <a:solidFill>
                  <a:srgbClr val="13202C"/>
                </a:solidFill>
              </a:defRPr>
            </a:lvl6pPr>
            <a:lvl7pPr algn="l">
              <a:buNone/>
              <a:defRPr sz="1875" b="1" i="0">
                <a:solidFill>
                  <a:srgbClr val="13202C"/>
                </a:solidFill>
              </a:defRPr>
            </a:lvl7pPr>
            <a:lvl8pPr algn="l">
              <a:buNone/>
              <a:defRPr sz="1875" b="1" i="0">
                <a:solidFill>
                  <a:srgbClr val="13202C"/>
                </a:solidFill>
              </a:defRPr>
            </a:lvl8pPr>
            <a:lvl9pPr algn="l">
              <a:buNone/>
              <a:defRPr sz="1875" b="1" i="0">
                <a:solidFill>
                  <a:srgbClr val="13202C"/>
                </a:solidFill>
              </a:defRPr>
            </a:lvl9pPr>
          </a:lstStyle>
          <a:p xmlns:a="http://schemas.openxmlformats.org/drawingml/2006/main">
            <a:pPr algn="l">
              <a:buNone/>
              <a:defRPr sz="1875" b="1" i="0">
                <a:solidFill>
                  <a:srgbClr val="13202C"/>
                </a:solidFill>
              </a:defRPr>
            </a:pPr>
            <a:r>
              <a:rPr sz="1875" b="1" i="0">
                <a:solidFill>
                  <a:srgbClr val="13202C"/>
                </a:solidFill>
              </a:rPr>
              <a:t>Nexatech helps a school capture information once, keep it under controlled access, and retrieve it when staff or families need 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40CDDD-2692-43D4-A214-DEC65A592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0"/>
            <a:ext cx="461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0F315D"/>
                </a:solidFill>
              </a:defRPr>
            </a:defPPr>
            <a:lvl1pPr algn="l">
              <a:buNone/>
              <a:defRPr sz="1350" b="1" i="0">
                <a:solidFill>
                  <a:srgbClr val="0F315D"/>
                </a:solidFill>
              </a:defRPr>
            </a:lvl1pPr>
            <a:lvl2pPr algn="l">
              <a:buNone/>
              <a:defRPr sz="1350" b="1" i="0">
                <a:solidFill>
                  <a:srgbClr val="0F315D"/>
                </a:solidFill>
              </a:defRPr>
            </a:lvl2pPr>
            <a:lvl3pPr algn="l">
              <a:buNone/>
              <a:defRPr sz="1350" b="1" i="0">
                <a:solidFill>
                  <a:srgbClr val="0F315D"/>
                </a:solidFill>
              </a:defRPr>
            </a:lvl3pPr>
            <a:lvl4pPr algn="l">
              <a:buNone/>
              <a:defRPr sz="1350" b="1" i="0">
                <a:solidFill>
                  <a:srgbClr val="0F315D"/>
                </a:solidFill>
              </a:defRPr>
            </a:lvl4pPr>
            <a:lvl5pPr algn="l">
              <a:buNone/>
              <a:defRPr sz="1350" b="1" i="0">
                <a:solidFill>
                  <a:srgbClr val="0F315D"/>
                </a:solidFill>
              </a:defRPr>
            </a:lvl5pPr>
            <a:lvl6pPr algn="l">
              <a:buNone/>
              <a:defRPr sz="1350" b="1" i="0">
                <a:solidFill>
                  <a:srgbClr val="0F315D"/>
                </a:solidFill>
              </a:defRPr>
            </a:lvl6pPr>
            <a:lvl7pPr algn="l">
              <a:buNone/>
              <a:defRPr sz="1350" b="1" i="0">
                <a:solidFill>
                  <a:srgbClr val="0F315D"/>
                </a:solidFill>
              </a:defRPr>
            </a:lvl7pPr>
            <a:lvl8pPr algn="l">
              <a:buNone/>
              <a:defRPr sz="1350" b="1" i="0">
                <a:solidFill>
                  <a:srgbClr val="0F315D"/>
                </a:solidFill>
              </a:defRPr>
            </a:lvl8pPr>
            <a:lvl9pPr algn="l">
              <a:buNone/>
              <a:defRPr sz="1350" b="1" i="0">
                <a:solidFill>
                  <a:srgbClr val="0F315D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1" i="0">
                <a:solidFill>
                  <a:srgbClr val="0F315D"/>
                </a:solidFill>
              </a:defRPr>
            </a:pPr>
            <a:r>
              <a:rPr sz="1350" b="1" i="0">
                <a:solidFill>
                  <a:srgbClr val="0F315D"/>
                </a:solidFill>
              </a:rPr>
              <a:t>Faster daily 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2A24CD-6154-4B15-B74F-9E708F7F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19450"/>
            <a:ext cx="4619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5D6873"/>
                </a:solidFill>
              </a:defRPr>
            </a:defPPr>
            <a:lvl1pPr algn="l">
              <a:buNone/>
              <a:defRPr sz="1200" b="0" i="0">
                <a:solidFill>
                  <a:srgbClr val="5D6873"/>
                </a:solidFill>
              </a:defRPr>
            </a:lvl1pPr>
            <a:lvl2pPr algn="l">
              <a:buNone/>
              <a:defRPr sz="1200" b="0" i="0">
                <a:solidFill>
                  <a:srgbClr val="5D6873"/>
                </a:solidFill>
              </a:defRPr>
            </a:lvl2pPr>
            <a:lvl3pPr algn="l">
              <a:buNone/>
              <a:defRPr sz="1200" b="0" i="0">
                <a:solidFill>
                  <a:srgbClr val="5D6873"/>
                </a:solidFill>
              </a:defRPr>
            </a:lvl3pPr>
            <a:lvl4pPr algn="l">
              <a:buNone/>
              <a:defRPr sz="1200" b="0" i="0">
                <a:solidFill>
                  <a:srgbClr val="5D6873"/>
                </a:solidFill>
              </a:defRPr>
            </a:lvl4pPr>
            <a:lvl5pPr algn="l">
              <a:buNone/>
              <a:defRPr sz="1200" b="0" i="0">
                <a:solidFill>
                  <a:srgbClr val="5D6873"/>
                </a:solidFill>
              </a:defRPr>
            </a:lvl5pPr>
            <a:lvl6pPr algn="l">
              <a:buNone/>
              <a:defRPr sz="1200" b="0" i="0">
                <a:solidFill>
                  <a:srgbClr val="5D6873"/>
                </a:solidFill>
              </a:defRPr>
            </a:lvl6pPr>
            <a:lvl7pPr algn="l">
              <a:buNone/>
              <a:defRPr sz="1200" b="0" i="0">
                <a:solidFill>
                  <a:srgbClr val="5D6873"/>
                </a:solidFill>
              </a:defRPr>
            </a:lvl7pPr>
            <a:lvl8pPr algn="l">
              <a:buNone/>
              <a:defRPr sz="1200" b="0" i="0">
                <a:solidFill>
                  <a:srgbClr val="5D6873"/>
                </a:solidFill>
              </a:defRPr>
            </a:lvl8pPr>
            <a:lvl9pPr algn="l">
              <a:buNone/>
              <a:defRPr sz="1200" b="0" i="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0" i="0">
                <a:solidFill>
                  <a:srgbClr val="5D6873"/>
                </a:solidFill>
              </a:defRPr>
            </a:pPr>
            <a:r>
              <a:rPr sz="1200" b="0" i="0">
                <a:solidFill>
                  <a:srgbClr val="5D6873"/>
                </a:solidFill>
              </a:rPr>
              <a:t>Registers, marks, results, invoices, and school records stay in one system.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DBF5A5-245E-4A66-A121-3B795648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0"/>
            <a:ext cx="461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0F315D"/>
                </a:solidFill>
              </a:defRPr>
            </a:defPPr>
            <a:lvl1pPr algn="l">
              <a:buNone/>
              <a:defRPr sz="1350" b="1" i="0">
                <a:solidFill>
                  <a:srgbClr val="0F315D"/>
                </a:solidFill>
              </a:defRPr>
            </a:lvl1pPr>
            <a:lvl2pPr algn="l">
              <a:buNone/>
              <a:defRPr sz="1350" b="1" i="0">
                <a:solidFill>
                  <a:srgbClr val="0F315D"/>
                </a:solidFill>
              </a:defRPr>
            </a:lvl2pPr>
            <a:lvl3pPr algn="l">
              <a:buNone/>
              <a:defRPr sz="1350" b="1" i="0">
                <a:solidFill>
                  <a:srgbClr val="0F315D"/>
                </a:solidFill>
              </a:defRPr>
            </a:lvl3pPr>
            <a:lvl4pPr algn="l">
              <a:buNone/>
              <a:defRPr sz="1350" b="1" i="0">
                <a:solidFill>
                  <a:srgbClr val="0F315D"/>
                </a:solidFill>
              </a:defRPr>
            </a:lvl4pPr>
            <a:lvl5pPr algn="l">
              <a:buNone/>
              <a:defRPr sz="1350" b="1" i="0">
                <a:solidFill>
                  <a:srgbClr val="0F315D"/>
                </a:solidFill>
              </a:defRPr>
            </a:lvl5pPr>
            <a:lvl6pPr algn="l">
              <a:buNone/>
              <a:defRPr sz="1350" b="1" i="0">
                <a:solidFill>
                  <a:srgbClr val="0F315D"/>
                </a:solidFill>
              </a:defRPr>
            </a:lvl6pPr>
            <a:lvl7pPr algn="l">
              <a:buNone/>
              <a:defRPr sz="1350" b="1" i="0">
                <a:solidFill>
                  <a:srgbClr val="0F315D"/>
                </a:solidFill>
              </a:defRPr>
            </a:lvl7pPr>
            <a:lvl8pPr algn="l">
              <a:buNone/>
              <a:defRPr sz="1350" b="1" i="0">
                <a:solidFill>
                  <a:srgbClr val="0F315D"/>
                </a:solidFill>
              </a:defRPr>
            </a:lvl8pPr>
            <a:lvl9pPr algn="l">
              <a:buNone/>
              <a:defRPr sz="1350" b="1" i="0">
                <a:solidFill>
                  <a:srgbClr val="0F315D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1" i="0">
                <a:solidFill>
                  <a:srgbClr val="0F315D"/>
                </a:solidFill>
              </a:defRPr>
            </a:pPr>
            <a:r>
              <a:rPr sz="1350" b="1" i="0">
                <a:solidFill>
                  <a:srgbClr val="0F315D"/>
                </a:solidFill>
              </a:rPr>
              <a:t>Clear responsibility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799740-709B-4976-BC1D-62FC7458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76700"/>
            <a:ext cx="4619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5D6873"/>
                </a:solidFill>
              </a:defRPr>
            </a:defPPr>
            <a:lvl1pPr algn="l">
              <a:buNone/>
              <a:defRPr sz="1200" b="0" i="0">
                <a:solidFill>
                  <a:srgbClr val="5D6873"/>
                </a:solidFill>
              </a:defRPr>
            </a:lvl1pPr>
            <a:lvl2pPr algn="l">
              <a:buNone/>
              <a:defRPr sz="1200" b="0" i="0">
                <a:solidFill>
                  <a:srgbClr val="5D6873"/>
                </a:solidFill>
              </a:defRPr>
            </a:lvl2pPr>
            <a:lvl3pPr algn="l">
              <a:buNone/>
              <a:defRPr sz="1200" b="0" i="0">
                <a:solidFill>
                  <a:srgbClr val="5D6873"/>
                </a:solidFill>
              </a:defRPr>
            </a:lvl3pPr>
            <a:lvl4pPr algn="l">
              <a:buNone/>
              <a:defRPr sz="1200" b="0" i="0">
                <a:solidFill>
                  <a:srgbClr val="5D6873"/>
                </a:solidFill>
              </a:defRPr>
            </a:lvl4pPr>
            <a:lvl5pPr algn="l">
              <a:buNone/>
              <a:defRPr sz="1200" b="0" i="0">
                <a:solidFill>
                  <a:srgbClr val="5D6873"/>
                </a:solidFill>
              </a:defRPr>
            </a:lvl5pPr>
            <a:lvl6pPr algn="l">
              <a:buNone/>
              <a:defRPr sz="1200" b="0" i="0">
                <a:solidFill>
                  <a:srgbClr val="5D6873"/>
                </a:solidFill>
              </a:defRPr>
            </a:lvl6pPr>
            <a:lvl7pPr algn="l">
              <a:buNone/>
              <a:defRPr sz="1200" b="0" i="0">
                <a:solidFill>
                  <a:srgbClr val="5D6873"/>
                </a:solidFill>
              </a:defRPr>
            </a:lvl7pPr>
            <a:lvl8pPr algn="l">
              <a:buNone/>
              <a:defRPr sz="1200" b="0" i="0">
                <a:solidFill>
                  <a:srgbClr val="5D6873"/>
                </a:solidFill>
              </a:defRPr>
            </a:lvl8pPr>
            <a:lvl9pPr algn="l">
              <a:buNone/>
              <a:defRPr sz="1200" b="0" i="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0" i="0">
                <a:solidFill>
                  <a:srgbClr val="5D6873"/>
                </a:solidFill>
              </a:defRPr>
            </a:pPr>
            <a:r>
              <a:rPr sz="1200" b="0" i="0">
                <a:solidFill>
                  <a:srgbClr val="5D6873"/>
                </a:solidFill>
              </a:rPr>
              <a:t>Role based access separates administration, teaching, finance, and parent views.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7E0480-AF1B-4135-BA8C-51A8DA42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61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0F315D"/>
                </a:solidFill>
              </a:defRPr>
            </a:defPPr>
            <a:lvl1pPr algn="l">
              <a:buNone/>
              <a:defRPr sz="1350" b="1" i="0">
                <a:solidFill>
                  <a:srgbClr val="0F315D"/>
                </a:solidFill>
              </a:defRPr>
            </a:lvl1pPr>
            <a:lvl2pPr algn="l">
              <a:buNone/>
              <a:defRPr sz="1350" b="1" i="0">
                <a:solidFill>
                  <a:srgbClr val="0F315D"/>
                </a:solidFill>
              </a:defRPr>
            </a:lvl2pPr>
            <a:lvl3pPr algn="l">
              <a:buNone/>
              <a:defRPr sz="1350" b="1" i="0">
                <a:solidFill>
                  <a:srgbClr val="0F315D"/>
                </a:solidFill>
              </a:defRPr>
            </a:lvl3pPr>
            <a:lvl4pPr algn="l">
              <a:buNone/>
              <a:defRPr sz="1350" b="1" i="0">
                <a:solidFill>
                  <a:srgbClr val="0F315D"/>
                </a:solidFill>
              </a:defRPr>
            </a:lvl4pPr>
            <a:lvl5pPr algn="l">
              <a:buNone/>
              <a:defRPr sz="1350" b="1" i="0">
                <a:solidFill>
                  <a:srgbClr val="0F315D"/>
                </a:solidFill>
              </a:defRPr>
            </a:lvl5pPr>
            <a:lvl6pPr algn="l">
              <a:buNone/>
              <a:defRPr sz="1350" b="1" i="0">
                <a:solidFill>
                  <a:srgbClr val="0F315D"/>
                </a:solidFill>
              </a:defRPr>
            </a:lvl6pPr>
            <a:lvl7pPr algn="l">
              <a:buNone/>
              <a:defRPr sz="1350" b="1" i="0">
                <a:solidFill>
                  <a:srgbClr val="0F315D"/>
                </a:solidFill>
              </a:defRPr>
            </a:lvl7pPr>
            <a:lvl8pPr algn="l">
              <a:buNone/>
              <a:defRPr sz="1350" b="1" i="0">
                <a:solidFill>
                  <a:srgbClr val="0F315D"/>
                </a:solidFill>
              </a:defRPr>
            </a:lvl8pPr>
            <a:lvl9pPr algn="l">
              <a:buNone/>
              <a:defRPr sz="1350" b="1" i="0">
                <a:solidFill>
                  <a:srgbClr val="0F315D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1" i="0">
                <a:solidFill>
                  <a:srgbClr val="0F315D"/>
                </a:solidFill>
              </a:defRPr>
            </a:pPr>
            <a:r>
              <a:rPr sz="1350" b="1" i="0">
                <a:solidFill>
                  <a:srgbClr val="0F315D"/>
                </a:solidFill>
              </a:rPr>
              <a:t>Reliable records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07B242-E838-4406-BA70-2CEBB2C2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33950"/>
            <a:ext cx="4619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5D6873"/>
                </a:solidFill>
              </a:defRPr>
            </a:defPPr>
            <a:lvl1pPr algn="l">
              <a:buNone/>
              <a:defRPr sz="1200" b="0" i="0">
                <a:solidFill>
                  <a:srgbClr val="5D6873"/>
                </a:solidFill>
              </a:defRPr>
            </a:lvl1pPr>
            <a:lvl2pPr algn="l">
              <a:buNone/>
              <a:defRPr sz="1200" b="0" i="0">
                <a:solidFill>
                  <a:srgbClr val="5D6873"/>
                </a:solidFill>
              </a:defRPr>
            </a:lvl2pPr>
            <a:lvl3pPr algn="l">
              <a:buNone/>
              <a:defRPr sz="1200" b="0" i="0">
                <a:solidFill>
                  <a:srgbClr val="5D6873"/>
                </a:solidFill>
              </a:defRPr>
            </a:lvl3pPr>
            <a:lvl4pPr algn="l">
              <a:buNone/>
              <a:defRPr sz="1200" b="0" i="0">
                <a:solidFill>
                  <a:srgbClr val="5D6873"/>
                </a:solidFill>
              </a:defRPr>
            </a:lvl4pPr>
            <a:lvl5pPr algn="l">
              <a:buNone/>
              <a:defRPr sz="1200" b="0" i="0">
                <a:solidFill>
                  <a:srgbClr val="5D6873"/>
                </a:solidFill>
              </a:defRPr>
            </a:lvl5pPr>
            <a:lvl6pPr algn="l">
              <a:buNone/>
              <a:defRPr sz="1200" b="0" i="0">
                <a:solidFill>
                  <a:srgbClr val="5D6873"/>
                </a:solidFill>
              </a:defRPr>
            </a:lvl6pPr>
            <a:lvl7pPr algn="l">
              <a:buNone/>
              <a:defRPr sz="1200" b="0" i="0">
                <a:solidFill>
                  <a:srgbClr val="5D6873"/>
                </a:solidFill>
              </a:defRPr>
            </a:lvl7pPr>
            <a:lvl8pPr algn="l">
              <a:buNone/>
              <a:defRPr sz="1200" b="0" i="0">
                <a:solidFill>
                  <a:srgbClr val="5D6873"/>
                </a:solidFill>
              </a:defRPr>
            </a:lvl8pPr>
            <a:lvl9pPr algn="l">
              <a:buNone/>
              <a:defRPr sz="1200" b="0" i="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0" i="0">
                <a:solidFill>
                  <a:srgbClr val="5D6873"/>
                </a:solidFill>
              </a:defRPr>
            </a:pPr>
            <a:r>
              <a:rPr sz="1200" b="0" i="0">
                <a:solidFill>
                  <a:srgbClr val="5D6873"/>
                </a:solidFill>
              </a:rPr>
              <a:t>Validation, audit history, backups, and managed hosting protect the school record.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75AB43-9AD0-4F05-9F0B-A5C95ED3CC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3b96b2e7a24b36"/>
          <a:stretch xmlns:a="http://schemas.openxmlformats.org/drawingml/2006/main"/>
        </p:blipFill>
        <p:spPr>
          <a:xfrm xmlns:a="http://schemas.openxmlformats.org/drawingml/2006/main">
            <a:off x="5905500" y="1644253"/>
            <a:ext cx="5619750" cy="3512344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452745-4A18-4623-9F65-15555EEE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314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0" i="0">
                <a:solidFill>
                  <a:srgbClr val="5D6873"/>
                </a:solidFill>
              </a:defRPr>
            </a:defPPr>
            <a:lvl1pPr algn="r">
              <a:buNone/>
              <a:defRPr sz="900" b="0" i="0">
                <a:solidFill>
                  <a:srgbClr val="5D6873"/>
                </a:solidFill>
              </a:defRPr>
            </a:lvl1pPr>
            <a:lvl2pPr algn="r">
              <a:buNone/>
              <a:defRPr sz="900" b="0" i="0">
                <a:solidFill>
                  <a:srgbClr val="5D6873"/>
                </a:solidFill>
              </a:defRPr>
            </a:lvl2pPr>
            <a:lvl3pPr algn="r">
              <a:buNone/>
              <a:defRPr sz="900" b="0" i="0">
                <a:solidFill>
                  <a:srgbClr val="5D6873"/>
                </a:solidFill>
              </a:defRPr>
            </a:lvl3pPr>
            <a:lvl4pPr algn="r">
              <a:buNone/>
              <a:defRPr sz="900" b="0" i="0">
                <a:solidFill>
                  <a:srgbClr val="5D6873"/>
                </a:solidFill>
              </a:defRPr>
            </a:lvl4pPr>
            <a:lvl5pPr algn="r">
              <a:buNone/>
              <a:defRPr sz="900" b="0" i="0">
                <a:solidFill>
                  <a:srgbClr val="5D6873"/>
                </a:solidFill>
              </a:defRPr>
            </a:lvl5pPr>
            <a:lvl6pPr algn="r">
              <a:buNone/>
              <a:defRPr sz="900" b="0" i="0">
                <a:solidFill>
                  <a:srgbClr val="5D6873"/>
                </a:solidFill>
              </a:defRPr>
            </a:lvl6pPr>
            <a:lvl7pPr algn="r">
              <a:buNone/>
              <a:defRPr sz="900" b="0" i="0">
                <a:solidFill>
                  <a:srgbClr val="5D6873"/>
                </a:solidFill>
              </a:defRPr>
            </a:lvl7pPr>
            <a:lvl8pPr algn="r">
              <a:buNone/>
              <a:defRPr sz="900" b="0" i="0">
                <a:solidFill>
                  <a:srgbClr val="5D6873"/>
                </a:solidFill>
              </a:defRPr>
            </a:lvl8pPr>
            <a:lvl9pPr algn="r">
              <a:buNone/>
              <a:defRPr sz="900" b="0" i="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r">
              <a:buNone/>
              <a:defRPr sz="900" b="0" i="0">
                <a:solidFill>
                  <a:srgbClr val="5D6873"/>
                </a:solidFill>
              </a:defRPr>
            </a:pPr>
            <a:r>
              <a:rPr sz="900" b="0" i="0">
                <a:solidFill>
                  <a:srgbClr val="5D6873"/>
                </a:solidFill>
              </a:rPr>
              <a:t>Synthetic Greenwood Academy demonstration 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134ADC-8600-4794-BF4A-95F8B6FB8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0" i="0">
                <a:solidFill>
                  <a:srgbClr val="5D6873"/>
                </a:solidFill>
              </a:defRPr>
            </a:defPPr>
            <a:lvl1pPr algn="r">
              <a:buNone/>
              <a:defRPr sz="900" b="0" i="0">
                <a:solidFill>
                  <a:srgbClr val="5D6873"/>
                </a:solidFill>
              </a:defRPr>
            </a:lvl1pPr>
            <a:lvl2pPr algn="r">
              <a:buNone/>
              <a:defRPr sz="900" b="0" i="0">
                <a:solidFill>
                  <a:srgbClr val="5D6873"/>
                </a:solidFill>
              </a:defRPr>
            </a:lvl2pPr>
            <a:lvl3pPr algn="r">
              <a:buNone/>
              <a:defRPr sz="900" b="0" i="0">
                <a:solidFill>
                  <a:srgbClr val="5D6873"/>
                </a:solidFill>
              </a:defRPr>
            </a:lvl3pPr>
            <a:lvl4pPr algn="r">
              <a:buNone/>
              <a:defRPr sz="900" b="0" i="0">
                <a:solidFill>
                  <a:srgbClr val="5D6873"/>
                </a:solidFill>
              </a:defRPr>
            </a:lvl4pPr>
            <a:lvl5pPr algn="r">
              <a:buNone/>
              <a:defRPr sz="900" b="0" i="0">
                <a:solidFill>
                  <a:srgbClr val="5D6873"/>
                </a:solidFill>
              </a:defRPr>
            </a:lvl5pPr>
            <a:lvl6pPr algn="r">
              <a:buNone/>
              <a:defRPr sz="900" b="0" i="0">
                <a:solidFill>
                  <a:srgbClr val="5D6873"/>
                </a:solidFill>
              </a:defRPr>
            </a:lvl6pPr>
            <a:lvl7pPr algn="r">
              <a:buNone/>
              <a:defRPr sz="900" b="0" i="0">
                <a:solidFill>
                  <a:srgbClr val="5D6873"/>
                </a:solidFill>
              </a:defRPr>
            </a:lvl7pPr>
            <a:lvl8pPr algn="r">
              <a:buNone/>
              <a:defRPr sz="900" b="0" i="0">
                <a:solidFill>
                  <a:srgbClr val="5D6873"/>
                </a:solidFill>
              </a:defRPr>
            </a:lvl8pPr>
            <a:lvl9pPr algn="r">
              <a:buNone/>
              <a:defRPr sz="900" b="0" i="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r">
              <a:buNone/>
              <a:defRPr sz="900" b="0" i="0">
                <a:solidFill>
                  <a:srgbClr val="5D6873"/>
                </a:solidFill>
              </a:defRPr>
            </a:pPr>
            <a:r>
              <a:rPr sz="900" b="0" i="0">
                <a:solidFill>
                  <a:srgbClr val="5D6873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386333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67B440-33B4-4E13-92A6-392559C6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00" b="1" i="0">
                <a:solidFill>
                  <a:srgbClr val="0F315D"/>
                </a:solidFill>
              </a:defRPr>
            </a:defPPr>
            <a:lvl1pPr algn="l">
              <a:buNone/>
              <a:defRPr sz="2400" b="1" i="0">
                <a:solidFill>
                  <a:srgbClr val="0F315D"/>
                </a:solidFill>
              </a:defRPr>
            </a:lvl1pPr>
            <a:lvl2pPr algn="l">
              <a:buNone/>
              <a:defRPr sz="2400" b="1" i="0">
                <a:solidFill>
                  <a:srgbClr val="0F315D"/>
                </a:solidFill>
              </a:defRPr>
            </a:lvl2pPr>
            <a:lvl3pPr algn="l">
              <a:buNone/>
              <a:defRPr sz="2400" b="1" i="0">
                <a:solidFill>
                  <a:srgbClr val="0F315D"/>
                </a:solidFill>
              </a:defRPr>
            </a:lvl3pPr>
            <a:lvl4pPr algn="l">
              <a:buNone/>
              <a:defRPr sz="2400" b="1" i="0">
                <a:solidFill>
                  <a:srgbClr val="0F315D"/>
                </a:solidFill>
              </a:defRPr>
            </a:lvl4pPr>
            <a:lvl5pPr algn="l">
              <a:buNone/>
              <a:defRPr sz="2400" b="1" i="0">
                <a:solidFill>
                  <a:srgbClr val="0F315D"/>
                </a:solidFill>
              </a:defRPr>
            </a:lvl5pPr>
            <a:lvl6pPr algn="l">
              <a:buNone/>
              <a:defRPr sz="2400" b="1" i="0">
                <a:solidFill>
                  <a:srgbClr val="0F315D"/>
                </a:solidFill>
              </a:defRPr>
            </a:lvl6pPr>
            <a:lvl7pPr algn="l">
              <a:buNone/>
              <a:defRPr sz="2400" b="1" i="0">
                <a:solidFill>
                  <a:srgbClr val="0F315D"/>
                </a:solidFill>
              </a:defRPr>
            </a:lvl7pPr>
            <a:lvl8pPr algn="l">
              <a:buNone/>
              <a:defRPr sz="2400" b="1" i="0">
                <a:solidFill>
                  <a:srgbClr val="0F315D"/>
                </a:solidFill>
              </a:defRPr>
            </a:lvl8pPr>
            <a:lvl9pPr algn="l">
              <a:buNone/>
              <a:defRPr sz="2400" b="1" i="0">
                <a:solidFill>
                  <a:srgbClr val="0F315D"/>
                </a:solidFill>
              </a:defRPr>
            </a:lvl9pPr>
          </a:lstStyle>
          <a:p xmlns:a="http://schemas.openxmlformats.org/drawingml/2006/main">
            <a:pPr algn="l">
              <a:buNone/>
              <a:defRPr sz="2400" b="1" i="0">
                <a:solidFill>
                  <a:srgbClr val="0F315D"/>
                </a:solidFill>
              </a:defRPr>
            </a:pPr>
            <a:r>
              <a:rPr sz="2400" b="1" i="0">
                <a:solidFill>
                  <a:srgbClr val="0F315D"/>
                </a:solidFill>
              </a:rPr>
              <a:t>Operational coverage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6FD0D1-CFEF-40D0-93BE-B075FBDC6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953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5D6873"/>
                </a:solidFill>
              </a:defRPr>
            </a:defPPr>
            <a:lvl1pPr algn="l">
              <a:buNone/>
              <a:defRPr sz="1275" b="0" i="0">
                <a:solidFill>
                  <a:srgbClr val="5D6873"/>
                </a:solidFill>
              </a:defRPr>
            </a:lvl1pPr>
            <a:lvl2pPr algn="l">
              <a:buNone/>
              <a:defRPr sz="1275" b="0" i="0">
                <a:solidFill>
                  <a:srgbClr val="5D6873"/>
                </a:solidFill>
              </a:defRPr>
            </a:lvl2pPr>
            <a:lvl3pPr algn="l">
              <a:buNone/>
              <a:defRPr sz="1275" b="0" i="0">
                <a:solidFill>
                  <a:srgbClr val="5D6873"/>
                </a:solidFill>
              </a:defRPr>
            </a:lvl3pPr>
            <a:lvl4pPr algn="l">
              <a:buNone/>
              <a:defRPr sz="1275" b="0" i="0">
                <a:solidFill>
                  <a:srgbClr val="5D6873"/>
                </a:solidFill>
              </a:defRPr>
            </a:lvl4pPr>
            <a:lvl5pPr algn="l">
              <a:buNone/>
              <a:defRPr sz="1275" b="0" i="0">
                <a:solidFill>
                  <a:srgbClr val="5D6873"/>
                </a:solidFill>
              </a:defRPr>
            </a:lvl5pPr>
            <a:lvl6pPr algn="l">
              <a:buNone/>
              <a:defRPr sz="1275" b="0" i="0">
                <a:solidFill>
                  <a:srgbClr val="5D6873"/>
                </a:solidFill>
              </a:defRPr>
            </a:lvl6pPr>
            <a:lvl7pPr algn="l">
              <a:buNone/>
              <a:defRPr sz="1275" b="0" i="0">
                <a:solidFill>
                  <a:srgbClr val="5D6873"/>
                </a:solidFill>
              </a:defRPr>
            </a:lvl7pPr>
            <a:lvl8pPr algn="l">
              <a:buNone/>
              <a:defRPr sz="1275" b="0" i="0">
                <a:solidFill>
                  <a:srgbClr val="5D6873"/>
                </a:solidFill>
              </a:defRPr>
            </a:lvl8pPr>
            <a:lvl9pPr algn="l">
              <a:buNone/>
              <a:defRPr sz="1275" b="0" i="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 i="0">
                <a:solidFill>
                  <a:srgbClr val="5D6873"/>
                </a:solidFill>
              </a:defRPr>
            </a:pPr>
            <a:r>
              <a:rPr sz="1275" b="0" i="0">
                <a:solidFill>
                  <a:srgbClr val="5D6873"/>
                </a:solidFill>
              </a:rPr>
              <a:t>The school can begin with academics and extend into the wider platform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D14FCF-CAB6-4124-8749-92AE68CD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2862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125" b="1" i="0">
                <a:solidFill>
                  <a:srgbClr val="0B6FA4"/>
                </a:solidFill>
              </a:defRPr>
            </a:defPPr>
            <a:lvl1pPr algn="r">
              <a:buNone/>
              <a:defRPr sz="1125" b="1" i="0">
                <a:solidFill>
                  <a:srgbClr val="0B6FA4"/>
                </a:solidFill>
              </a:defRPr>
            </a:lvl1pPr>
            <a:lvl2pPr algn="r">
              <a:buNone/>
              <a:defRPr sz="1125" b="1" i="0">
                <a:solidFill>
                  <a:srgbClr val="0B6FA4"/>
                </a:solidFill>
              </a:defRPr>
            </a:lvl2pPr>
            <a:lvl3pPr algn="r">
              <a:buNone/>
              <a:defRPr sz="1125" b="1" i="0">
                <a:solidFill>
                  <a:srgbClr val="0B6FA4"/>
                </a:solidFill>
              </a:defRPr>
            </a:lvl3pPr>
            <a:lvl4pPr algn="r">
              <a:buNone/>
              <a:defRPr sz="1125" b="1" i="0">
                <a:solidFill>
                  <a:srgbClr val="0B6FA4"/>
                </a:solidFill>
              </a:defRPr>
            </a:lvl4pPr>
            <a:lvl5pPr algn="r">
              <a:buNone/>
              <a:defRPr sz="1125" b="1" i="0">
                <a:solidFill>
                  <a:srgbClr val="0B6FA4"/>
                </a:solidFill>
              </a:defRPr>
            </a:lvl5pPr>
            <a:lvl6pPr algn="r">
              <a:buNone/>
              <a:defRPr sz="1125" b="1" i="0">
                <a:solidFill>
                  <a:srgbClr val="0B6FA4"/>
                </a:solidFill>
              </a:defRPr>
            </a:lvl6pPr>
            <a:lvl7pPr algn="r">
              <a:buNone/>
              <a:defRPr sz="1125" b="1" i="0">
                <a:solidFill>
                  <a:srgbClr val="0B6FA4"/>
                </a:solidFill>
              </a:defRPr>
            </a:lvl7pPr>
            <a:lvl8pPr algn="r">
              <a:buNone/>
              <a:defRPr sz="1125" b="1" i="0">
                <a:solidFill>
                  <a:srgbClr val="0B6FA4"/>
                </a:solidFill>
              </a:defRPr>
            </a:lvl8pPr>
            <a:lvl9pPr algn="r">
              <a:buNone/>
              <a:defRPr sz="1125" b="1" i="0">
                <a:solidFill>
                  <a:srgbClr val="0B6FA4"/>
                </a:solidFill>
              </a:defRPr>
            </a:lvl9pPr>
          </a:lstStyle>
          <a:p xmlns:a="http://schemas.openxmlformats.org/drawingml/2006/main">
            <a:pPr algn="r">
              <a:buNone/>
              <a:defRPr sz="1125" b="1" i="0">
                <a:solidFill>
                  <a:srgbClr val="0B6FA4"/>
                </a:solidFill>
              </a:defRPr>
            </a:pPr>
            <a:r>
              <a:rPr sz="1125" b="1" i="0">
                <a:solidFill>
                  <a:srgbClr val="0B6FA4"/>
                </a:solidFill>
              </a:rPr>
              <a:t>NEXATECH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079E06-B190-4338-B6AF-5177D233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solidFill>
              <a:srgbClr val="D7E0E7"/>
            </a:solidFill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89B5FB-7039-4820-9757-352A4253A1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bbc096cef14a3c"/>
          <a:stretch xmlns:a="http://schemas.openxmlformats.org/drawingml/2006/main"/>
        </p:blipFill>
        <p:spPr>
          <a:xfrm xmlns:a="http://schemas.openxmlformats.org/drawingml/2006/main">
            <a:off x="657225" y="1600200"/>
            <a:ext cx="6172200" cy="3857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B90B91-8BAA-408E-A04D-E52B3458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954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0F315D"/>
                </a:solidFill>
              </a:defRPr>
            </a:defPPr>
            <a:lvl1pPr algn="l">
              <a:buNone/>
              <a:defRPr sz="1350" b="1" i="0">
                <a:solidFill>
                  <a:srgbClr val="0F315D"/>
                </a:solidFill>
              </a:defRPr>
            </a:lvl1pPr>
            <a:lvl2pPr algn="l">
              <a:buNone/>
              <a:defRPr sz="1350" b="1" i="0">
                <a:solidFill>
                  <a:srgbClr val="0F315D"/>
                </a:solidFill>
              </a:defRPr>
            </a:lvl2pPr>
            <a:lvl3pPr algn="l">
              <a:buNone/>
              <a:defRPr sz="1350" b="1" i="0">
                <a:solidFill>
                  <a:srgbClr val="0F315D"/>
                </a:solidFill>
              </a:defRPr>
            </a:lvl3pPr>
            <a:lvl4pPr algn="l">
              <a:buNone/>
              <a:defRPr sz="1350" b="1" i="0">
                <a:solidFill>
                  <a:srgbClr val="0F315D"/>
                </a:solidFill>
              </a:defRPr>
            </a:lvl4pPr>
            <a:lvl5pPr algn="l">
              <a:buNone/>
              <a:defRPr sz="1350" b="1" i="0">
                <a:solidFill>
                  <a:srgbClr val="0F315D"/>
                </a:solidFill>
              </a:defRPr>
            </a:lvl5pPr>
            <a:lvl6pPr algn="l">
              <a:buNone/>
              <a:defRPr sz="1350" b="1" i="0">
                <a:solidFill>
                  <a:srgbClr val="0F315D"/>
                </a:solidFill>
              </a:defRPr>
            </a:lvl6pPr>
            <a:lvl7pPr algn="l">
              <a:buNone/>
              <a:defRPr sz="1350" b="1" i="0">
                <a:solidFill>
                  <a:srgbClr val="0F315D"/>
                </a:solidFill>
              </a:defRPr>
            </a:lvl7pPr>
            <a:lvl8pPr algn="l">
              <a:buNone/>
              <a:defRPr sz="1350" b="1" i="0">
                <a:solidFill>
                  <a:srgbClr val="0F315D"/>
                </a:solidFill>
              </a:defRPr>
            </a:lvl8pPr>
            <a:lvl9pPr algn="l">
              <a:buNone/>
              <a:defRPr sz="1350" b="1" i="0">
                <a:solidFill>
                  <a:srgbClr val="0F315D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1" i="0">
                <a:solidFill>
                  <a:srgbClr val="0F315D"/>
                </a:solidFill>
              </a:defRPr>
            </a:pPr>
            <a:r>
              <a:rPr sz="1350" b="1" i="0">
                <a:solidFill>
                  <a:srgbClr val="0F315D"/>
                </a:solidFill>
              </a:rPr>
              <a:t>Student administration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3ABA41-AEA1-48FA-B242-E2F561A4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6215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5D6873"/>
                </a:solidFill>
              </a:defRPr>
            </a:defPPr>
            <a:lvl1pPr algn="l">
              <a:buNone/>
              <a:defRPr sz="1200" b="0" i="0">
                <a:solidFill>
                  <a:srgbClr val="5D6873"/>
                </a:solidFill>
              </a:defRPr>
            </a:lvl1pPr>
            <a:lvl2pPr algn="l">
              <a:buNone/>
              <a:defRPr sz="1200" b="0" i="0">
                <a:solidFill>
                  <a:srgbClr val="5D6873"/>
                </a:solidFill>
              </a:defRPr>
            </a:lvl2pPr>
            <a:lvl3pPr algn="l">
              <a:buNone/>
              <a:defRPr sz="1200" b="0" i="0">
                <a:solidFill>
                  <a:srgbClr val="5D6873"/>
                </a:solidFill>
              </a:defRPr>
            </a:lvl3pPr>
            <a:lvl4pPr algn="l">
              <a:buNone/>
              <a:defRPr sz="1200" b="0" i="0">
                <a:solidFill>
                  <a:srgbClr val="5D6873"/>
                </a:solidFill>
              </a:defRPr>
            </a:lvl4pPr>
            <a:lvl5pPr algn="l">
              <a:buNone/>
              <a:defRPr sz="1200" b="0" i="0">
                <a:solidFill>
                  <a:srgbClr val="5D6873"/>
                </a:solidFill>
              </a:defRPr>
            </a:lvl5pPr>
            <a:lvl6pPr algn="l">
              <a:buNone/>
              <a:defRPr sz="1200" b="0" i="0">
                <a:solidFill>
                  <a:srgbClr val="5D6873"/>
                </a:solidFill>
              </a:defRPr>
            </a:lvl6pPr>
            <a:lvl7pPr algn="l">
              <a:buNone/>
              <a:defRPr sz="1200" b="0" i="0">
                <a:solidFill>
                  <a:srgbClr val="5D6873"/>
                </a:solidFill>
              </a:defRPr>
            </a:lvl7pPr>
            <a:lvl8pPr algn="l">
              <a:buNone/>
              <a:defRPr sz="1200" b="0" i="0">
                <a:solidFill>
                  <a:srgbClr val="5D6873"/>
                </a:solidFill>
              </a:defRPr>
            </a:lvl8pPr>
            <a:lvl9pPr algn="l">
              <a:buNone/>
              <a:defRPr sz="1200" b="0" i="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0" i="0">
                <a:solidFill>
                  <a:srgbClr val="5D6873"/>
                </a:solidFill>
              </a:defRPr>
            </a:pPr>
            <a:r>
              <a:rPr sz="1200" b="0" i="0">
                <a:solidFill>
                  <a:srgbClr val="5D6873"/>
                </a:solidFill>
              </a:rPr>
              <a:t>Searchable learner records, class placement, guardians, and account status.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7FD874-4E74-4885-948E-E269E4FFB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479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0F315D"/>
                </a:solidFill>
              </a:defRPr>
            </a:defPPr>
            <a:lvl1pPr algn="l">
              <a:buNone/>
              <a:defRPr sz="1350" b="1" i="0">
                <a:solidFill>
                  <a:srgbClr val="0F315D"/>
                </a:solidFill>
              </a:defRPr>
            </a:lvl1pPr>
            <a:lvl2pPr algn="l">
              <a:buNone/>
              <a:defRPr sz="1350" b="1" i="0">
                <a:solidFill>
                  <a:srgbClr val="0F315D"/>
                </a:solidFill>
              </a:defRPr>
            </a:lvl2pPr>
            <a:lvl3pPr algn="l">
              <a:buNone/>
              <a:defRPr sz="1350" b="1" i="0">
                <a:solidFill>
                  <a:srgbClr val="0F315D"/>
                </a:solidFill>
              </a:defRPr>
            </a:lvl3pPr>
            <a:lvl4pPr algn="l">
              <a:buNone/>
              <a:defRPr sz="1350" b="1" i="0">
                <a:solidFill>
                  <a:srgbClr val="0F315D"/>
                </a:solidFill>
              </a:defRPr>
            </a:lvl4pPr>
            <a:lvl5pPr algn="l">
              <a:buNone/>
              <a:defRPr sz="1350" b="1" i="0">
                <a:solidFill>
                  <a:srgbClr val="0F315D"/>
                </a:solidFill>
              </a:defRPr>
            </a:lvl5pPr>
            <a:lvl6pPr algn="l">
              <a:buNone/>
              <a:defRPr sz="1350" b="1" i="0">
                <a:solidFill>
                  <a:srgbClr val="0F315D"/>
                </a:solidFill>
              </a:defRPr>
            </a:lvl6pPr>
            <a:lvl7pPr algn="l">
              <a:buNone/>
              <a:defRPr sz="1350" b="1" i="0">
                <a:solidFill>
                  <a:srgbClr val="0F315D"/>
                </a:solidFill>
              </a:defRPr>
            </a:lvl7pPr>
            <a:lvl8pPr algn="l">
              <a:buNone/>
              <a:defRPr sz="1350" b="1" i="0">
                <a:solidFill>
                  <a:srgbClr val="0F315D"/>
                </a:solidFill>
              </a:defRPr>
            </a:lvl8pPr>
            <a:lvl9pPr algn="l">
              <a:buNone/>
              <a:defRPr sz="1350" b="1" i="0">
                <a:solidFill>
                  <a:srgbClr val="0F315D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1" i="0">
                <a:solidFill>
                  <a:srgbClr val="0F315D"/>
                </a:solidFill>
              </a:defRPr>
            </a:pPr>
            <a:r>
              <a:rPr sz="1350" b="1" i="0">
                <a:solidFill>
                  <a:srgbClr val="0F315D"/>
                </a:solidFill>
              </a:rPr>
              <a:t>Academic work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EE7ACD-EE7B-40B6-9669-54A688661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1465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5D6873"/>
                </a:solidFill>
              </a:defRPr>
            </a:defPPr>
            <a:lvl1pPr algn="l">
              <a:buNone/>
              <a:defRPr sz="1200" b="0" i="0">
                <a:solidFill>
                  <a:srgbClr val="5D6873"/>
                </a:solidFill>
              </a:defRPr>
            </a:lvl1pPr>
            <a:lvl2pPr algn="l">
              <a:buNone/>
              <a:defRPr sz="1200" b="0" i="0">
                <a:solidFill>
                  <a:srgbClr val="5D6873"/>
                </a:solidFill>
              </a:defRPr>
            </a:lvl2pPr>
            <a:lvl3pPr algn="l">
              <a:buNone/>
              <a:defRPr sz="1200" b="0" i="0">
                <a:solidFill>
                  <a:srgbClr val="5D6873"/>
                </a:solidFill>
              </a:defRPr>
            </a:lvl3pPr>
            <a:lvl4pPr algn="l">
              <a:buNone/>
              <a:defRPr sz="1200" b="0" i="0">
                <a:solidFill>
                  <a:srgbClr val="5D6873"/>
                </a:solidFill>
              </a:defRPr>
            </a:lvl4pPr>
            <a:lvl5pPr algn="l">
              <a:buNone/>
              <a:defRPr sz="1200" b="0" i="0">
                <a:solidFill>
                  <a:srgbClr val="5D6873"/>
                </a:solidFill>
              </a:defRPr>
            </a:lvl5pPr>
            <a:lvl6pPr algn="l">
              <a:buNone/>
              <a:defRPr sz="1200" b="0" i="0">
                <a:solidFill>
                  <a:srgbClr val="5D6873"/>
                </a:solidFill>
              </a:defRPr>
            </a:lvl6pPr>
            <a:lvl7pPr algn="l">
              <a:buNone/>
              <a:defRPr sz="1200" b="0" i="0">
                <a:solidFill>
                  <a:srgbClr val="5D6873"/>
                </a:solidFill>
              </a:defRPr>
            </a:lvl7pPr>
            <a:lvl8pPr algn="l">
              <a:buNone/>
              <a:defRPr sz="1200" b="0" i="0">
                <a:solidFill>
                  <a:srgbClr val="5D6873"/>
                </a:solidFill>
              </a:defRPr>
            </a:lvl8pPr>
            <a:lvl9pPr algn="l">
              <a:buNone/>
              <a:defRPr sz="1200" b="0" i="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0" i="0">
                <a:solidFill>
                  <a:srgbClr val="5D6873"/>
                </a:solidFill>
              </a:defRPr>
            </a:pPr>
            <a:r>
              <a:rPr sz="1200" b="0" i="0">
                <a:solidFill>
                  <a:srgbClr val="5D6873"/>
                </a:solidFill>
              </a:rPr>
              <a:t>Assessments, grading, marks entry, rankings, report cards, and exports.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9D4932-2C15-45DD-BF0A-7D5248DB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004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0F315D"/>
                </a:solidFill>
              </a:defRPr>
            </a:defPPr>
            <a:lvl1pPr algn="l">
              <a:buNone/>
              <a:defRPr sz="1350" b="1" i="0">
                <a:solidFill>
                  <a:srgbClr val="0F315D"/>
                </a:solidFill>
              </a:defRPr>
            </a:lvl1pPr>
            <a:lvl2pPr algn="l">
              <a:buNone/>
              <a:defRPr sz="1350" b="1" i="0">
                <a:solidFill>
                  <a:srgbClr val="0F315D"/>
                </a:solidFill>
              </a:defRPr>
            </a:lvl2pPr>
            <a:lvl3pPr algn="l">
              <a:buNone/>
              <a:defRPr sz="1350" b="1" i="0">
                <a:solidFill>
                  <a:srgbClr val="0F315D"/>
                </a:solidFill>
              </a:defRPr>
            </a:lvl3pPr>
            <a:lvl4pPr algn="l">
              <a:buNone/>
              <a:defRPr sz="1350" b="1" i="0">
                <a:solidFill>
                  <a:srgbClr val="0F315D"/>
                </a:solidFill>
              </a:defRPr>
            </a:lvl4pPr>
            <a:lvl5pPr algn="l">
              <a:buNone/>
              <a:defRPr sz="1350" b="1" i="0">
                <a:solidFill>
                  <a:srgbClr val="0F315D"/>
                </a:solidFill>
              </a:defRPr>
            </a:lvl5pPr>
            <a:lvl6pPr algn="l">
              <a:buNone/>
              <a:defRPr sz="1350" b="1" i="0">
                <a:solidFill>
                  <a:srgbClr val="0F315D"/>
                </a:solidFill>
              </a:defRPr>
            </a:lvl6pPr>
            <a:lvl7pPr algn="l">
              <a:buNone/>
              <a:defRPr sz="1350" b="1" i="0">
                <a:solidFill>
                  <a:srgbClr val="0F315D"/>
                </a:solidFill>
              </a:defRPr>
            </a:lvl7pPr>
            <a:lvl8pPr algn="l">
              <a:buNone/>
              <a:defRPr sz="1350" b="1" i="0">
                <a:solidFill>
                  <a:srgbClr val="0F315D"/>
                </a:solidFill>
              </a:defRPr>
            </a:lvl8pPr>
            <a:lvl9pPr algn="l">
              <a:buNone/>
              <a:defRPr sz="1350" b="1" i="0">
                <a:solidFill>
                  <a:srgbClr val="0F315D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1" i="0">
                <a:solidFill>
                  <a:srgbClr val="0F315D"/>
                </a:solidFill>
              </a:defRPr>
            </a:pPr>
            <a:r>
              <a:rPr sz="1350" b="1" i="0">
                <a:solidFill>
                  <a:srgbClr val="0F315D"/>
                </a:solidFill>
              </a:rPr>
              <a:t>School operations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66D221-C51E-47C3-B784-99277544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6715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5D6873"/>
                </a:solidFill>
              </a:defRPr>
            </a:defPPr>
            <a:lvl1pPr algn="l">
              <a:buNone/>
              <a:defRPr sz="1200" b="0" i="0">
                <a:solidFill>
                  <a:srgbClr val="5D6873"/>
                </a:solidFill>
              </a:defRPr>
            </a:lvl1pPr>
            <a:lvl2pPr algn="l">
              <a:buNone/>
              <a:defRPr sz="1200" b="0" i="0">
                <a:solidFill>
                  <a:srgbClr val="5D6873"/>
                </a:solidFill>
              </a:defRPr>
            </a:lvl2pPr>
            <a:lvl3pPr algn="l">
              <a:buNone/>
              <a:defRPr sz="1200" b="0" i="0">
                <a:solidFill>
                  <a:srgbClr val="5D6873"/>
                </a:solidFill>
              </a:defRPr>
            </a:lvl3pPr>
            <a:lvl4pPr algn="l">
              <a:buNone/>
              <a:defRPr sz="1200" b="0" i="0">
                <a:solidFill>
                  <a:srgbClr val="5D6873"/>
                </a:solidFill>
              </a:defRPr>
            </a:lvl4pPr>
            <a:lvl5pPr algn="l">
              <a:buNone/>
              <a:defRPr sz="1200" b="0" i="0">
                <a:solidFill>
                  <a:srgbClr val="5D6873"/>
                </a:solidFill>
              </a:defRPr>
            </a:lvl5pPr>
            <a:lvl6pPr algn="l">
              <a:buNone/>
              <a:defRPr sz="1200" b="0" i="0">
                <a:solidFill>
                  <a:srgbClr val="5D6873"/>
                </a:solidFill>
              </a:defRPr>
            </a:lvl6pPr>
            <a:lvl7pPr algn="l">
              <a:buNone/>
              <a:defRPr sz="1200" b="0" i="0">
                <a:solidFill>
                  <a:srgbClr val="5D6873"/>
                </a:solidFill>
              </a:defRPr>
            </a:lvl7pPr>
            <a:lvl8pPr algn="l">
              <a:buNone/>
              <a:defRPr sz="1200" b="0" i="0">
                <a:solidFill>
                  <a:srgbClr val="5D6873"/>
                </a:solidFill>
              </a:defRPr>
            </a:lvl8pPr>
            <a:lvl9pPr algn="l">
              <a:buNone/>
              <a:defRPr sz="1200" b="0" i="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0" i="0">
                <a:solidFill>
                  <a:srgbClr val="5D6873"/>
                </a:solidFill>
              </a:defRPr>
            </a:pPr>
            <a:r>
              <a:rPr sz="1200" b="0" i="0">
                <a:solidFill>
                  <a:srgbClr val="5D6873"/>
                </a:solidFill>
              </a:rPr>
              <a:t>Attendance, finance, timetables, communications, behaviour, and parent access.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951E57-D613-449D-9092-FCAD7DB14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529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0F315D"/>
                </a:solidFill>
              </a:defRPr>
            </a:defPPr>
            <a:lvl1pPr algn="l">
              <a:buNone/>
              <a:defRPr sz="1350" b="1" i="0">
                <a:solidFill>
                  <a:srgbClr val="0F315D"/>
                </a:solidFill>
              </a:defRPr>
            </a:lvl1pPr>
            <a:lvl2pPr algn="l">
              <a:buNone/>
              <a:defRPr sz="1350" b="1" i="0">
                <a:solidFill>
                  <a:srgbClr val="0F315D"/>
                </a:solidFill>
              </a:defRPr>
            </a:lvl2pPr>
            <a:lvl3pPr algn="l">
              <a:buNone/>
              <a:defRPr sz="1350" b="1" i="0">
                <a:solidFill>
                  <a:srgbClr val="0F315D"/>
                </a:solidFill>
              </a:defRPr>
            </a:lvl3pPr>
            <a:lvl4pPr algn="l">
              <a:buNone/>
              <a:defRPr sz="1350" b="1" i="0">
                <a:solidFill>
                  <a:srgbClr val="0F315D"/>
                </a:solidFill>
              </a:defRPr>
            </a:lvl4pPr>
            <a:lvl5pPr algn="l">
              <a:buNone/>
              <a:defRPr sz="1350" b="1" i="0">
                <a:solidFill>
                  <a:srgbClr val="0F315D"/>
                </a:solidFill>
              </a:defRPr>
            </a:lvl5pPr>
            <a:lvl6pPr algn="l">
              <a:buNone/>
              <a:defRPr sz="1350" b="1" i="0">
                <a:solidFill>
                  <a:srgbClr val="0F315D"/>
                </a:solidFill>
              </a:defRPr>
            </a:lvl6pPr>
            <a:lvl7pPr algn="l">
              <a:buNone/>
              <a:defRPr sz="1350" b="1" i="0">
                <a:solidFill>
                  <a:srgbClr val="0F315D"/>
                </a:solidFill>
              </a:defRPr>
            </a:lvl7pPr>
            <a:lvl8pPr algn="l">
              <a:buNone/>
              <a:defRPr sz="1350" b="1" i="0">
                <a:solidFill>
                  <a:srgbClr val="0F315D"/>
                </a:solidFill>
              </a:defRPr>
            </a:lvl8pPr>
            <a:lvl9pPr algn="l">
              <a:buNone/>
              <a:defRPr sz="1350" b="1" i="0">
                <a:solidFill>
                  <a:srgbClr val="0F315D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1" i="0">
                <a:solidFill>
                  <a:srgbClr val="0F315D"/>
                </a:solidFill>
              </a:defRPr>
            </a:pPr>
            <a:r>
              <a:rPr sz="1350" b="1" i="0">
                <a:solidFill>
                  <a:srgbClr val="0F315D"/>
                </a:solidFill>
              </a:rPr>
              <a:t>Controlled access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464F8B-BD70-40FE-AA40-7CD71AD1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1965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5D6873"/>
                </a:solidFill>
              </a:defRPr>
            </a:defPPr>
            <a:lvl1pPr algn="l">
              <a:buNone/>
              <a:defRPr sz="1200" b="0" i="0">
                <a:solidFill>
                  <a:srgbClr val="5D6873"/>
                </a:solidFill>
              </a:defRPr>
            </a:lvl1pPr>
            <a:lvl2pPr algn="l">
              <a:buNone/>
              <a:defRPr sz="1200" b="0" i="0">
                <a:solidFill>
                  <a:srgbClr val="5D6873"/>
                </a:solidFill>
              </a:defRPr>
            </a:lvl2pPr>
            <a:lvl3pPr algn="l">
              <a:buNone/>
              <a:defRPr sz="1200" b="0" i="0">
                <a:solidFill>
                  <a:srgbClr val="5D6873"/>
                </a:solidFill>
              </a:defRPr>
            </a:lvl3pPr>
            <a:lvl4pPr algn="l">
              <a:buNone/>
              <a:defRPr sz="1200" b="0" i="0">
                <a:solidFill>
                  <a:srgbClr val="5D6873"/>
                </a:solidFill>
              </a:defRPr>
            </a:lvl4pPr>
            <a:lvl5pPr algn="l">
              <a:buNone/>
              <a:defRPr sz="1200" b="0" i="0">
                <a:solidFill>
                  <a:srgbClr val="5D6873"/>
                </a:solidFill>
              </a:defRPr>
            </a:lvl5pPr>
            <a:lvl6pPr algn="l">
              <a:buNone/>
              <a:defRPr sz="1200" b="0" i="0">
                <a:solidFill>
                  <a:srgbClr val="5D6873"/>
                </a:solidFill>
              </a:defRPr>
            </a:lvl6pPr>
            <a:lvl7pPr algn="l">
              <a:buNone/>
              <a:defRPr sz="1200" b="0" i="0">
                <a:solidFill>
                  <a:srgbClr val="5D6873"/>
                </a:solidFill>
              </a:defRPr>
            </a:lvl7pPr>
            <a:lvl8pPr algn="l">
              <a:buNone/>
              <a:defRPr sz="1200" b="0" i="0">
                <a:solidFill>
                  <a:srgbClr val="5D6873"/>
                </a:solidFill>
              </a:defRPr>
            </a:lvl8pPr>
            <a:lvl9pPr algn="l">
              <a:buNone/>
              <a:defRPr sz="1200" b="0" i="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0" i="0">
                <a:solidFill>
                  <a:srgbClr val="5D6873"/>
                </a:solidFill>
              </a:defRPr>
            </a:pPr>
            <a:r>
              <a:rPr sz="1200" b="0" i="0">
                <a:solidFill>
                  <a:srgbClr val="5D6873"/>
                </a:solidFill>
              </a:rPr>
              <a:t>Each user sees the records and actions assigned to their role.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E01AFC-4D74-4B46-ACFD-B834898C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0" i="0">
                <a:solidFill>
                  <a:srgbClr val="5D6873"/>
                </a:solidFill>
              </a:defRPr>
            </a:defPPr>
            <a:lvl1pPr algn="r">
              <a:buNone/>
              <a:defRPr sz="900" b="0" i="0">
                <a:solidFill>
                  <a:srgbClr val="5D6873"/>
                </a:solidFill>
              </a:defRPr>
            </a:lvl1pPr>
            <a:lvl2pPr algn="r">
              <a:buNone/>
              <a:defRPr sz="900" b="0" i="0">
                <a:solidFill>
                  <a:srgbClr val="5D6873"/>
                </a:solidFill>
              </a:defRPr>
            </a:lvl2pPr>
            <a:lvl3pPr algn="r">
              <a:buNone/>
              <a:defRPr sz="900" b="0" i="0">
                <a:solidFill>
                  <a:srgbClr val="5D6873"/>
                </a:solidFill>
              </a:defRPr>
            </a:lvl3pPr>
            <a:lvl4pPr algn="r">
              <a:buNone/>
              <a:defRPr sz="900" b="0" i="0">
                <a:solidFill>
                  <a:srgbClr val="5D6873"/>
                </a:solidFill>
              </a:defRPr>
            </a:lvl4pPr>
            <a:lvl5pPr algn="r">
              <a:buNone/>
              <a:defRPr sz="900" b="0" i="0">
                <a:solidFill>
                  <a:srgbClr val="5D6873"/>
                </a:solidFill>
              </a:defRPr>
            </a:lvl5pPr>
            <a:lvl6pPr algn="r">
              <a:buNone/>
              <a:defRPr sz="900" b="0" i="0">
                <a:solidFill>
                  <a:srgbClr val="5D6873"/>
                </a:solidFill>
              </a:defRPr>
            </a:lvl6pPr>
            <a:lvl7pPr algn="r">
              <a:buNone/>
              <a:defRPr sz="900" b="0" i="0">
                <a:solidFill>
                  <a:srgbClr val="5D6873"/>
                </a:solidFill>
              </a:defRPr>
            </a:lvl7pPr>
            <a:lvl8pPr algn="r">
              <a:buNone/>
              <a:defRPr sz="900" b="0" i="0">
                <a:solidFill>
                  <a:srgbClr val="5D6873"/>
                </a:solidFill>
              </a:defRPr>
            </a:lvl8pPr>
            <a:lvl9pPr algn="r">
              <a:buNone/>
              <a:defRPr sz="900" b="0" i="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r">
              <a:buNone/>
              <a:defRPr sz="900" b="0" i="0">
                <a:solidFill>
                  <a:srgbClr val="5D6873"/>
                </a:solidFill>
              </a:defRPr>
            </a:pPr>
            <a:r>
              <a:rPr sz="900" b="0" i="0">
                <a:solidFill>
                  <a:srgbClr val="5D6873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145770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15B26C-5C2D-4FB1-920B-BFC8A603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00" b="1" i="0">
                <a:solidFill>
                  <a:srgbClr val="0F315D"/>
                </a:solidFill>
              </a:defRPr>
            </a:defPPr>
            <a:lvl1pPr algn="l">
              <a:buNone/>
              <a:defRPr sz="2400" b="1" i="0">
                <a:solidFill>
                  <a:srgbClr val="0F315D"/>
                </a:solidFill>
              </a:defRPr>
            </a:lvl1pPr>
            <a:lvl2pPr algn="l">
              <a:buNone/>
              <a:defRPr sz="2400" b="1" i="0">
                <a:solidFill>
                  <a:srgbClr val="0F315D"/>
                </a:solidFill>
              </a:defRPr>
            </a:lvl2pPr>
            <a:lvl3pPr algn="l">
              <a:buNone/>
              <a:defRPr sz="2400" b="1" i="0">
                <a:solidFill>
                  <a:srgbClr val="0F315D"/>
                </a:solidFill>
              </a:defRPr>
            </a:lvl3pPr>
            <a:lvl4pPr algn="l">
              <a:buNone/>
              <a:defRPr sz="2400" b="1" i="0">
                <a:solidFill>
                  <a:srgbClr val="0F315D"/>
                </a:solidFill>
              </a:defRPr>
            </a:lvl4pPr>
            <a:lvl5pPr algn="l">
              <a:buNone/>
              <a:defRPr sz="2400" b="1" i="0">
                <a:solidFill>
                  <a:srgbClr val="0F315D"/>
                </a:solidFill>
              </a:defRPr>
            </a:lvl5pPr>
            <a:lvl6pPr algn="l">
              <a:buNone/>
              <a:defRPr sz="2400" b="1" i="0">
                <a:solidFill>
                  <a:srgbClr val="0F315D"/>
                </a:solidFill>
              </a:defRPr>
            </a:lvl6pPr>
            <a:lvl7pPr algn="l">
              <a:buNone/>
              <a:defRPr sz="2400" b="1" i="0">
                <a:solidFill>
                  <a:srgbClr val="0F315D"/>
                </a:solidFill>
              </a:defRPr>
            </a:lvl7pPr>
            <a:lvl8pPr algn="l">
              <a:buNone/>
              <a:defRPr sz="2400" b="1" i="0">
                <a:solidFill>
                  <a:srgbClr val="0F315D"/>
                </a:solidFill>
              </a:defRPr>
            </a:lvl8pPr>
            <a:lvl9pPr algn="l">
              <a:buNone/>
              <a:defRPr sz="2400" b="1" i="0">
                <a:solidFill>
                  <a:srgbClr val="0F315D"/>
                </a:solidFill>
              </a:defRPr>
            </a:lvl9pPr>
          </a:lstStyle>
          <a:p xmlns:a="http://schemas.openxmlformats.org/drawingml/2006/main">
            <a:pPr algn="l">
              <a:buNone/>
              <a:defRPr sz="2400" b="1" i="0">
                <a:solidFill>
                  <a:srgbClr val="0F315D"/>
                </a:solidFill>
              </a:defRPr>
            </a:pPr>
            <a:r>
              <a:rPr sz="2400" b="1" i="0">
                <a:solidFill>
                  <a:srgbClr val="0F315D"/>
                </a:solidFill>
              </a:rPr>
              <a:t>Fast Marks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D89F7F-B1C9-4FD5-8403-3B90B5CAE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953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5D6873"/>
                </a:solidFill>
              </a:defRPr>
            </a:defPPr>
            <a:lvl1pPr algn="l">
              <a:buNone/>
              <a:defRPr sz="1275" b="0" i="0">
                <a:solidFill>
                  <a:srgbClr val="5D6873"/>
                </a:solidFill>
              </a:defRPr>
            </a:lvl1pPr>
            <a:lvl2pPr algn="l">
              <a:buNone/>
              <a:defRPr sz="1275" b="0" i="0">
                <a:solidFill>
                  <a:srgbClr val="5D6873"/>
                </a:solidFill>
              </a:defRPr>
            </a:lvl2pPr>
            <a:lvl3pPr algn="l">
              <a:buNone/>
              <a:defRPr sz="1275" b="0" i="0">
                <a:solidFill>
                  <a:srgbClr val="5D6873"/>
                </a:solidFill>
              </a:defRPr>
            </a:lvl3pPr>
            <a:lvl4pPr algn="l">
              <a:buNone/>
              <a:defRPr sz="1275" b="0" i="0">
                <a:solidFill>
                  <a:srgbClr val="5D6873"/>
                </a:solidFill>
              </a:defRPr>
            </a:lvl4pPr>
            <a:lvl5pPr algn="l">
              <a:buNone/>
              <a:defRPr sz="1275" b="0" i="0">
                <a:solidFill>
                  <a:srgbClr val="5D6873"/>
                </a:solidFill>
              </a:defRPr>
            </a:lvl5pPr>
            <a:lvl6pPr algn="l">
              <a:buNone/>
              <a:defRPr sz="1275" b="0" i="0">
                <a:solidFill>
                  <a:srgbClr val="5D6873"/>
                </a:solidFill>
              </a:defRPr>
            </a:lvl6pPr>
            <a:lvl7pPr algn="l">
              <a:buNone/>
              <a:defRPr sz="1275" b="0" i="0">
                <a:solidFill>
                  <a:srgbClr val="5D6873"/>
                </a:solidFill>
              </a:defRPr>
            </a:lvl7pPr>
            <a:lvl8pPr algn="l">
              <a:buNone/>
              <a:defRPr sz="1275" b="0" i="0">
                <a:solidFill>
                  <a:srgbClr val="5D6873"/>
                </a:solidFill>
              </a:defRPr>
            </a:lvl8pPr>
            <a:lvl9pPr algn="l">
              <a:buNone/>
              <a:defRPr sz="1275" b="0" i="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 i="0">
                <a:solidFill>
                  <a:srgbClr val="5D6873"/>
                </a:solidFill>
              </a:defRPr>
            </a:pPr>
            <a:r>
              <a:rPr sz="1275" b="0" i="0">
                <a:solidFill>
                  <a:srgbClr val="5D6873"/>
                </a:solidFill>
              </a:rPr>
              <a:t>The first flagship workflow for the school pilot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457FEC-7E91-4179-A74E-085C6FB8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2862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125" b="1" i="0">
                <a:solidFill>
                  <a:srgbClr val="0B6FA4"/>
                </a:solidFill>
              </a:defRPr>
            </a:defPPr>
            <a:lvl1pPr algn="r">
              <a:buNone/>
              <a:defRPr sz="1125" b="1" i="0">
                <a:solidFill>
                  <a:srgbClr val="0B6FA4"/>
                </a:solidFill>
              </a:defRPr>
            </a:lvl1pPr>
            <a:lvl2pPr algn="r">
              <a:buNone/>
              <a:defRPr sz="1125" b="1" i="0">
                <a:solidFill>
                  <a:srgbClr val="0B6FA4"/>
                </a:solidFill>
              </a:defRPr>
            </a:lvl2pPr>
            <a:lvl3pPr algn="r">
              <a:buNone/>
              <a:defRPr sz="1125" b="1" i="0">
                <a:solidFill>
                  <a:srgbClr val="0B6FA4"/>
                </a:solidFill>
              </a:defRPr>
            </a:lvl3pPr>
            <a:lvl4pPr algn="r">
              <a:buNone/>
              <a:defRPr sz="1125" b="1" i="0">
                <a:solidFill>
                  <a:srgbClr val="0B6FA4"/>
                </a:solidFill>
              </a:defRPr>
            </a:lvl4pPr>
            <a:lvl5pPr algn="r">
              <a:buNone/>
              <a:defRPr sz="1125" b="1" i="0">
                <a:solidFill>
                  <a:srgbClr val="0B6FA4"/>
                </a:solidFill>
              </a:defRPr>
            </a:lvl5pPr>
            <a:lvl6pPr algn="r">
              <a:buNone/>
              <a:defRPr sz="1125" b="1" i="0">
                <a:solidFill>
                  <a:srgbClr val="0B6FA4"/>
                </a:solidFill>
              </a:defRPr>
            </a:lvl6pPr>
            <a:lvl7pPr algn="r">
              <a:buNone/>
              <a:defRPr sz="1125" b="1" i="0">
                <a:solidFill>
                  <a:srgbClr val="0B6FA4"/>
                </a:solidFill>
              </a:defRPr>
            </a:lvl7pPr>
            <a:lvl8pPr algn="r">
              <a:buNone/>
              <a:defRPr sz="1125" b="1" i="0">
                <a:solidFill>
                  <a:srgbClr val="0B6FA4"/>
                </a:solidFill>
              </a:defRPr>
            </a:lvl8pPr>
            <a:lvl9pPr algn="r">
              <a:buNone/>
              <a:defRPr sz="1125" b="1" i="0">
                <a:solidFill>
                  <a:srgbClr val="0B6FA4"/>
                </a:solidFill>
              </a:defRPr>
            </a:lvl9pPr>
          </a:lstStyle>
          <a:p xmlns:a="http://schemas.openxmlformats.org/drawingml/2006/main">
            <a:pPr algn="r">
              <a:buNone/>
              <a:defRPr sz="1125" b="1" i="0">
                <a:solidFill>
                  <a:srgbClr val="0B6FA4"/>
                </a:solidFill>
              </a:defRPr>
            </a:pPr>
            <a:r>
              <a:rPr sz="1125" b="1" i="0">
                <a:solidFill>
                  <a:srgbClr val="0B6FA4"/>
                </a:solidFill>
              </a:rPr>
              <a:t>NEXATECH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DC8D64-4845-4761-80F6-C1355B75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solidFill>
              <a:srgbClr val="D7E0E7"/>
            </a:solidFill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F414F7-2ED1-4FFD-87D2-549EBA9169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a4f75f803b4420"/>
          <a:stretch xmlns:a="http://schemas.openxmlformats.org/drawingml/2006/main"/>
        </p:blipFill>
        <p:spPr>
          <a:xfrm xmlns:a="http://schemas.openxmlformats.org/drawingml/2006/main">
            <a:off x="647700" y="1571625"/>
            <a:ext cx="7239000" cy="45243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A5588E-08CA-4C84-8BD8-63369DE5B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6764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 i="0">
                <a:solidFill>
                  <a:srgbClr val="0F315D"/>
                </a:solidFill>
              </a:defRPr>
            </a:defPPr>
            <a:lvl1pPr algn="l">
              <a:buNone/>
              <a:defRPr sz="1650" b="1" i="0">
                <a:solidFill>
                  <a:srgbClr val="0F315D"/>
                </a:solidFill>
              </a:defRPr>
            </a:lvl1pPr>
            <a:lvl2pPr algn="l">
              <a:buNone/>
              <a:defRPr sz="1650" b="1" i="0">
                <a:solidFill>
                  <a:srgbClr val="0F315D"/>
                </a:solidFill>
              </a:defRPr>
            </a:lvl2pPr>
            <a:lvl3pPr algn="l">
              <a:buNone/>
              <a:defRPr sz="1650" b="1" i="0">
                <a:solidFill>
                  <a:srgbClr val="0F315D"/>
                </a:solidFill>
              </a:defRPr>
            </a:lvl3pPr>
            <a:lvl4pPr algn="l">
              <a:buNone/>
              <a:defRPr sz="1650" b="1" i="0">
                <a:solidFill>
                  <a:srgbClr val="0F315D"/>
                </a:solidFill>
              </a:defRPr>
            </a:lvl4pPr>
            <a:lvl5pPr algn="l">
              <a:buNone/>
              <a:defRPr sz="1650" b="1" i="0">
                <a:solidFill>
                  <a:srgbClr val="0F315D"/>
                </a:solidFill>
              </a:defRPr>
            </a:lvl5pPr>
            <a:lvl6pPr algn="l">
              <a:buNone/>
              <a:defRPr sz="1650" b="1" i="0">
                <a:solidFill>
                  <a:srgbClr val="0F315D"/>
                </a:solidFill>
              </a:defRPr>
            </a:lvl6pPr>
            <a:lvl7pPr algn="l">
              <a:buNone/>
              <a:defRPr sz="1650" b="1" i="0">
                <a:solidFill>
                  <a:srgbClr val="0F315D"/>
                </a:solidFill>
              </a:defRPr>
            </a:lvl7pPr>
            <a:lvl8pPr algn="l">
              <a:buNone/>
              <a:defRPr sz="1650" b="1" i="0">
                <a:solidFill>
                  <a:srgbClr val="0F315D"/>
                </a:solidFill>
              </a:defRPr>
            </a:lvl8pPr>
            <a:lvl9pPr algn="l">
              <a:buNone/>
              <a:defRPr sz="1650" b="1" i="0">
                <a:solidFill>
                  <a:srgbClr val="0F315D"/>
                </a:solidFill>
              </a:defRPr>
            </a:lvl9pPr>
          </a:lstStyle>
          <a:p xmlns:a="http://schemas.openxmlformats.org/drawingml/2006/main">
            <a:pPr algn="l">
              <a:buNone/>
              <a:defRPr sz="1650" b="1" i="0">
                <a:solidFill>
                  <a:srgbClr val="0F315D"/>
                </a:solidFill>
              </a:defRPr>
            </a:pPr>
            <a:r>
              <a:rPr sz="1650" b="1" i="0">
                <a:solidFill>
                  <a:srgbClr val="0F315D"/>
                </a:solidFill>
              </a:rPr>
              <a:t>Teacher workflow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43C4C0-FC22-48D0-95A9-FBA6BBB5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2098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13202C"/>
                </a:solidFill>
              </a:defRPr>
            </a:defPPr>
            <a:lvl1pPr algn="l">
              <a:buNone/>
              <a:defRPr sz="1275" b="0" i="0">
                <a:solidFill>
                  <a:srgbClr val="13202C"/>
                </a:solidFill>
              </a:defRPr>
            </a:lvl1pPr>
            <a:lvl2pPr algn="l">
              <a:buNone/>
              <a:defRPr sz="1275" b="0" i="0">
                <a:solidFill>
                  <a:srgbClr val="13202C"/>
                </a:solidFill>
              </a:defRPr>
            </a:lvl2pPr>
            <a:lvl3pPr algn="l">
              <a:buNone/>
              <a:defRPr sz="1275" b="0" i="0">
                <a:solidFill>
                  <a:srgbClr val="13202C"/>
                </a:solidFill>
              </a:defRPr>
            </a:lvl3pPr>
            <a:lvl4pPr algn="l">
              <a:buNone/>
              <a:defRPr sz="1275" b="0" i="0">
                <a:solidFill>
                  <a:srgbClr val="13202C"/>
                </a:solidFill>
              </a:defRPr>
            </a:lvl4pPr>
            <a:lvl5pPr algn="l">
              <a:buNone/>
              <a:defRPr sz="1275" b="0" i="0">
                <a:solidFill>
                  <a:srgbClr val="13202C"/>
                </a:solidFill>
              </a:defRPr>
            </a:lvl5pPr>
            <a:lvl6pPr algn="l">
              <a:buNone/>
              <a:defRPr sz="1275" b="0" i="0">
                <a:solidFill>
                  <a:srgbClr val="13202C"/>
                </a:solidFill>
              </a:defRPr>
            </a:lvl6pPr>
            <a:lvl7pPr algn="l">
              <a:buNone/>
              <a:defRPr sz="1275" b="0" i="0">
                <a:solidFill>
                  <a:srgbClr val="13202C"/>
                </a:solidFill>
              </a:defRPr>
            </a:lvl7pPr>
            <a:lvl8pPr algn="l">
              <a:buNone/>
              <a:defRPr sz="1275" b="0" i="0">
                <a:solidFill>
                  <a:srgbClr val="13202C"/>
                </a:solidFill>
              </a:defRPr>
            </a:lvl8pPr>
            <a:lvl9pPr algn="l">
              <a:buNone/>
              <a:defRPr sz="1275" b="0" i="0">
                <a:solidFill>
                  <a:srgbClr val="13202C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 i="0">
                <a:solidFill>
                  <a:srgbClr val="13202C"/>
                </a:solidFill>
              </a:defRPr>
            </a:pPr>
            <a:r>
              <a:rPr sz="1275" b="0" i="0">
                <a:solidFill>
                  <a:srgbClr val="13202C"/>
                </a:solidFill>
              </a:rPr>
              <a:t>1  Select the class, subject, term, and assessment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98141A-6A43-4E49-B1F1-3783E6A1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051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13202C"/>
                </a:solidFill>
              </a:defRPr>
            </a:defPPr>
            <a:lvl1pPr algn="l">
              <a:buNone/>
              <a:defRPr sz="1275" b="0" i="0">
                <a:solidFill>
                  <a:srgbClr val="13202C"/>
                </a:solidFill>
              </a:defRPr>
            </a:lvl1pPr>
            <a:lvl2pPr algn="l">
              <a:buNone/>
              <a:defRPr sz="1275" b="0" i="0">
                <a:solidFill>
                  <a:srgbClr val="13202C"/>
                </a:solidFill>
              </a:defRPr>
            </a:lvl2pPr>
            <a:lvl3pPr algn="l">
              <a:buNone/>
              <a:defRPr sz="1275" b="0" i="0">
                <a:solidFill>
                  <a:srgbClr val="13202C"/>
                </a:solidFill>
              </a:defRPr>
            </a:lvl3pPr>
            <a:lvl4pPr algn="l">
              <a:buNone/>
              <a:defRPr sz="1275" b="0" i="0">
                <a:solidFill>
                  <a:srgbClr val="13202C"/>
                </a:solidFill>
              </a:defRPr>
            </a:lvl4pPr>
            <a:lvl5pPr algn="l">
              <a:buNone/>
              <a:defRPr sz="1275" b="0" i="0">
                <a:solidFill>
                  <a:srgbClr val="13202C"/>
                </a:solidFill>
              </a:defRPr>
            </a:lvl5pPr>
            <a:lvl6pPr algn="l">
              <a:buNone/>
              <a:defRPr sz="1275" b="0" i="0">
                <a:solidFill>
                  <a:srgbClr val="13202C"/>
                </a:solidFill>
              </a:defRPr>
            </a:lvl6pPr>
            <a:lvl7pPr algn="l">
              <a:buNone/>
              <a:defRPr sz="1275" b="0" i="0">
                <a:solidFill>
                  <a:srgbClr val="13202C"/>
                </a:solidFill>
              </a:defRPr>
            </a:lvl7pPr>
            <a:lvl8pPr algn="l">
              <a:buNone/>
              <a:defRPr sz="1275" b="0" i="0">
                <a:solidFill>
                  <a:srgbClr val="13202C"/>
                </a:solidFill>
              </a:defRPr>
            </a:lvl8pPr>
            <a:lvl9pPr algn="l">
              <a:buNone/>
              <a:defRPr sz="1275" b="0" i="0">
                <a:solidFill>
                  <a:srgbClr val="13202C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 i="0">
                <a:solidFill>
                  <a:srgbClr val="13202C"/>
                </a:solidFill>
              </a:defRPr>
            </a:pPr>
            <a:r>
              <a:rPr sz="1275" b="0" i="0">
                <a:solidFill>
                  <a:srgbClr val="13202C"/>
                </a:solidFill>
              </a:rPr>
              <a:t>2  Load the correct class roster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217FF5-D263-484D-AD81-0E0443D2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4575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13202C"/>
                </a:solidFill>
              </a:defRPr>
            </a:defPPr>
            <a:lvl1pPr algn="l">
              <a:buNone/>
              <a:defRPr sz="1275" b="0" i="0">
                <a:solidFill>
                  <a:srgbClr val="13202C"/>
                </a:solidFill>
              </a:defRPr>
            </a:lvl1pPr>
            <a:lvl2pPr algn="l">
              <a:buNone/>
              <a:defRPr sz="1275" b="0" i="0">
                <a:solidFill>
                  <a:srgbClr val="13202C"/>
                </a:solidFill>
              </a:defRPr>
            </a:lvl2pPr>
            <a:lvl3pPr algn="l">
              <a:buNone/>
              <a:defRPr sz="1275" b="0" i="0">
                <a:solidFill>
                  <a:srgbClr val="13202C"/>
                </a:solidFill>
              </a:defRPr>
            </a:lvl3pPr>
            <a:lvl4pPr algn="l">
              <a:buNone/>
              <a:defRPr sz="1275" b="0" i="0">
                <a:solidFill>
                  <a:srgbClr val="13202C"/>
                </a:solidFill>
              </a:defRPr>
            </a:lvl4pPr>
            <a:lvl5pPr algn="l">
              <a:buNone/>
              <a:defRPr sz="1275" b="0" i="0">
                <a:solidFill>
                  <a:srgbClr val="13202C"/>
                </a:solidFill>
              </a:defRPr>
            </a:lvl5pPr>
            <a:lvl6pPr algn="l">
              <a:buNone/>
              <a:defRPr sz="1275" b="0" i="0">
                <a:solidFill>
                  <a:srgbClr val="13202C"/>
                </a:solidFill>
              </a:defRPr>
            </a:lvl6pPr>
            <a:lvl7pPr algn="l">
              <a:buNone/>
              <a:defRPr sz="1275" b="0" i="0">
                <a:solidFill>
                  <a:srgbClr val="13202C"/>
                </a:solidFill>
              </a:defRPr>
            </a:lvl7pPr>
            <a:lvl8pPr algn="l">
              <a:buNone/>
              <a:defRPr sz="1275" b="0" i="0">
                <a:solidFill>
                  <a:srgbClr val="13202C"/>
                </a:solidFill>
              </a:defRPr>
            </a:lvl8pPr>
            <a:lvl9pPr algn="l">
              <a:buNone/>
              <a:defRPr sz="1275" b="0" i="0">
                <a:solidFill>
                  <a:srgbClr val="13202C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 i="0">
                <a:solidFill>
                  <a:srgbClr val="13202C"/>
                </a:solidFill>
              </a:defRPr>
            </a:pPr>
            <a:r>
              <a:rPr sz="1275" b="0" i="0">
                <a:solidFill>
                  <a:srgbClr val="13202C"/>
                </a:solidFill>
              </a:rPr>
              <a:t>3  Enter or update marks in one grid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B8A4D1-4651-423E-B478-A30E1760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4812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13202C"/>
                </a:solidFill>
              </a:defRPr>
            </a:defPPr>
            <a:lvl1pPr algn="l">
              <a:buNone/>
              <a:defRPr sz="1275" b="0" i="0">
                <a:solidFill>
                  <a:srgbClr val="13202C"/>
                </a:solidFill>
              </a:defRPr>
            </a:lvl1pPr>
            <a:lvl2pPr algn="l">
              <a:buNone/>
              <a:defRPr sz="1275" b="0" i="0">
                <a:solidFill>
                  <a:srgbClr val="13202C"/>
                </a:solidFill>
              </a:defRPr>
            </a:lvl2pPr>
            <a:lvl3pPr algn="l">
              <a:buNone/>
              <a:defRPr sz="1275" b="0" i="0">
                <a:solidFill>
                  <a:srgbClr val="13202C"/>
                </a:solidFill>
              </a:defRPr>
            </a:lvl3pPr>
            <a:lvl4pPr algn="l">
              <a:buNone/>
              <a:defRPr sz="1275" b="0" i="0">
                <a:solidFill>
                  <a:srgbClr val="13202C"/>
                </a:solidFill>
              </a:defRPr>
            </a:lvl4pPr>
            <a:lvl5pPr algn="l">
              <a:buNone/>
              <a:defRPr sz="1275" b="0" i="0">
                <a:solidFill>
                  <a:srgbClr val="13202C"/>
                </a:solidFill>
              </a:defRPr>
            </a:lvl5pPr>
            <a:lvl6pPr algn="l">
              <a:buNone/>
              <a:defRPr sz="1275" b="0" i="0">
                <a:solidFill>
                  <a:srgbClr val="13202C"/>
                </a:solidFill>
              </a:defRPr>
            </a:lvl6pPr>
            <a:lvl7pPr algn="l">
              <a:buNone/>
              <a:defRPr sz="1275" b="0" i="0">
                <a:solidFill>
                  <a:srgbClr val="13202C"/>
                </a:solidFill>
              </a:defRPr>
            </a:lvl7pPr>
            <a:lvl8pPr algn="l">
              <a:buNone/>
              <a:defRPr sz="1275" b="0" i="0">
                <a:solidFill>
                  <a:srgbClr val="13202C"/>
                </a:solidFill>
              </a:defRPr>
            </a:lvl8pPr>
            <a:lvl9pPr algn="l">
              <a:buNone/>
              <a:defRPr sz="1275" b="0" i="0">
                <a:solidFill>
                  <a:srgbClr val="13202C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 i="0">
                <a:solidFill>
                  <a:srgbClr val="13202C"/>
                </a:solidFill>
              </a:defRPr>
            </a:pPr>
            <a:r>
              <a:rPr sz="1275" b="0" i="0">
                <a:solidFill>
                  <a:srgbClr val="13202C"/>
                </a:solidFill>
              </a:rPr>
              <a:t>4  Save the set and retrieve results immediately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B6729C-7585-49E3-93A4-830640EE1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9530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B8A72"/>
                </a:solidFill>
              </a:defRPr>
            </a:defPPr>
            <a:lvl1pPr algn="l">
              <a:buNone/>
              <a:defRPr sz="1200" b="1" i="0">
                <a:solidFill>
                  <a:srgbClr val="1B8A72"/>
                </a:solidFill>
              </a:defRPr>
            </a:lvl1pPr>
            <a:lvl2pPr algn="l">
              <a:buNone/>
              <a:defRPr sz="1200" b="1" i="0">
                <a:solidFill>
                  <a:srgbClr val="1B8A72"/>
                </a:solidFill>
              </a:defRPr>
            </a:lvl2pPr>
            <a:lvl3pPr algn="l">
              <a:buNone/>
              <a:defRPr sz="1200" b="1" i="0">
                <a:solidFill>
                  <a:srgbClr val="1B8A72"/>
                </a:solidFill>
              </a:defRPr>
            </a:lvl3pPr>
            <a:lvl4pPr algn="l">
              <a:buNone/>
              <a:defRPr sz="1200" b="1" i="0">
                <a:solidFill>
                  <a:srgbClr val="1B8A72"/>
                </a:solidFill>
              </a:defRPr>
            </a:lvl4pPr>
            <a:lvl5pPr algn="l">
              <a:buNone/>
              <a:defRPr sz="1200" b="1" i="0">
                <a:solidFill>
                  <a:srgbClr val="1B8A72"/>
                </a:solidFill>
              </a:defRPr>
            </a:lvl5pPr>
            <a:lvl6pPr algn="l">
              <a:buNone/>
              <a:defRPr sz="1200" b="1" i="0">
                <a:solidFill>
                  <a:srgbClr val="1B8A72"/>
                </a:solidFill>
              </a:defRPr>
            </a:lvl6pPr>
            <a:lvl7pPr algn="l">
              <a:buNone/>
              <a:defRPr sz="1200" b="1" i="0">
                <a:solidFill>
                  <a:srgbClr val="1B8A72"/>
                </a:solidFill>
              </a:defRPr>
            </a:lvl7pPr>
            <a:lvl8pPr algn="l">
              <a:buNone/>
              <a:defRPr sz="1200" b="1" i="0">
                <a:solidFill>
                  <a:srgbClr val="1B8A72"/>
                </a:solidFill>
              </a:defRPr>
            </a:lvl8pPr>
            <a:lvl9pPr algn="l">
              <a:buNone/>
              <a:defRPr sz="1200" b="1" i="0">
                <a:solidFill>
                  <a:srgbClr val="1B8A72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1" i="0">
                <a:solidFill>
                  <a:srgbClr val="1B8A72"/>
                </a:solidFill>
              </a:defRPr>
            </a:pPr>
            <a:r>
              <a:rPr sz="1200" b="1" i="0">
                <a:solidFill>
                  <a:srgbClr val="1B8A72"/>
                </a:solidFill>
              </a:rPr>
              <a:t>Pilot measure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03DAAB-C87A-4465-A31A-6F1DB7695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25780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0F315D"/>
                </a:solidFill>
              </a:defRPr>
            </a:defPPr>
            <a:lvl1pPr algn="l">
              <a:buNone/>
              <a:defRPr sz="1350" b="1" i="0">
                <a:solidFill>
                  <a:srgbClr val="0F315D"/>
                </a:solidFill>
              </a:defRPr>
            </a:lvl1pPr>
            <a:lvl2pPr algn="l">
              <a:buNone/>
              <a:defRPr sz="1350" b="1" i="0">
                <a:solidFill>
                  <a:srgbClr val="0F315D"/>
                </a:solidFill>
              </a:defRPr>
            </a:lvl2pPr>
            <a:lvl3pPr algn="l">
              <a:buNone/>
              <a:defRPr sz="1350" b="1" i="0">
                <a:solidFill>
                  <a:srgbClr val="0F315D"/>
                </a:solidFill>
              </a:defRPr>
            </a:lvl3pPr>
            <a:lvl4pPr algn="l">
              <a:buNone/>
              <a:defRPr sz="1350" b="1" i="0">
                <a:solidFill>
                  <a:srgbClr val="0F315D"/>
                </a:solidFill>
              </a:defRPr>
            </a:lvl4pPr>
            <a:lvl5pPr algn="l">
              <a:buNone/>
              <a:defRPr sz="1350" b="1" i="0">
                <a:solidFill>
                  <a:srgbClr val="0F315D"/>
                </a:solidFill>
              </a:defRPr>
            </a:lvl5pPr>
            <a:lvl6pPr algn="l">
              <a:buNone/>
              <a:defRPr sz="1350" b="1" i="0">
                <a:solidFill>
                  <a:srgbClr val="0F315D"/>
                </a:solidFill>
              </a:defRPr>
            </a:lvl6pPr>
            <a:lvl7pPr algn="l">
              <a:buNone/>
              <a:defRPr sz="1350" b="1" i="0">
                <a:solidFill>
                  <a:srgbClr val="0F315D"/>
                </a:solidFill>
              </a:defRPr>
            </a:lvl7pPr>
            <a:lvl8pPr algn="l">
              <a:buNone/>
              <a:defRPr sz="1350" b="1" i="0">
                <a:solidFill>
                  <a:srgbClr val="0F315D"/>
                </a:solidFill>
              </a:defRPr>
            </a:lvl8pPr>
            <a:lvl9pPr algn="l">
              <a:buNone/>
              <a:defRPr sz="1350" b="1" i="0">
                <a:solidFill>
                  <a:srgbClr val="0F315D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1" i="0">
                <a:solidFill>
                  <a:srgbClr val="0F315D"/>
                </a:solidFill>
              </a:defRPr>
            </a:pPr>
            <a:r>
              <a:rPr sz="1350" b="1" i="0">
                <a:solidFill>
                  <a:srgbClr val="0F315D"/>
                </a:solidFill>
              </a:rPr>
              <a:t>A teacher should complete a 40 learner assessment in under five minutes.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2BBE9C-0B3E-4761-8840-2AE1BB10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0" i="0">
                <a:solidFill>
                  <a:srgbClr val="5D6873"/>
                </a:solidFill>
              </a:defRPr>
            </a:defPPr>
            <a:lvl1pPr algn="r">
              <a:buNone/>
              <a:defRPr sz="900" b="0" i="0">
                <a:solidFill>
                  <a:srgbClr val="5D6873"/>
                </a:solidFill>
              </a:defRPr>
            </a:lvl1pPr>
            <a:lvl2pPr algn="r">
              <a:buNone/>
              <a:defRPr sz="900" b="0" i="0">
                <a:solidFill>
                  <a:srgbClr val="5D6873"/>
                </a:solidFill>
              </a:defRPr>
            </a:lvl2pPr>
            <a:lvl3pPr algn="r">
              <a:buNone/>
              <a:defRPr sz="900" b="0" i="0">
                <a:solidFill>
                  <a:srgbClr val="5D6873"/>
                </a:solidFill>
              </a:defRPr>
            </a:lvl3pPr>
            <a:lvl4pPr algn="r">
              <a:buNone/>
              <a:defRPr sz="900" b="0" i="0">
                <a:solidFill>
                  <a:srgbClr val="5D6873"/>
                </a:solidFill>
              </a:defRPr>
            </a:lvl4pPr>
            <a:lvl5pPr algn="r">
              <a:buNone/>
              <a:defRPr sz="900" b="0" i="0">
                <a:solidFill>
                  <a:srgbClr val="5D6873"/>
                </a:solidFill>
              </a:defRPr>
            </a:lvl5pPr>
            <a:lvl6pPr algn="r">
              <a:buNone/>
              <a:defRPr sz="900" b="0" i="0">
                <a:solidFill>
                  <a:srgbClr val="5D6873"/>
                </a:solidFill>
              </a:defRPr>
            </a:lvl6pPr>
            <a:lvl7pPr algn="r">
              <a:buNone/>
              <a:defRPr sz="900" b="0" i="0">
                <a:solidFill>
                  <a:srgbClr val="5D6873"/>
                </a:solidFill>
              </a:defRPr>
            </a:lvl7pPr>
            <a:lvl8pPr algn="r">
              <a:buNone/>
              <a:defRPr sz="900" b="0" i="0">
                <a:solidFill>
                  <a:srgbClr val="5D6873"/>
                </a:solidFill>
              </a:defRPr>
            </a:lvl8pPr>
            <a:lvl9pPr algn="r">
              <a:buNone/>
              <a:defRPr sz="900" b="0" i="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r">
              <a:buNone/>
              <a:defRPr sz="900" b="0" i="0">
                <a:solidFill>
                  <a:srgbClr val="5D6873"/>
                </a:solidFill>
              </a:defRPr>
            </a:pPr>
            <a:r>
              <a:rPr sz="900" b="0" i="0">
                <a:solidFill>
                  <a:srgbClr val="5D6873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710207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35496B-9FBB-43B5-A06A-EB467DBFE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00" b="1" i="0">
                <a:solidFill>
                  <a:srgbClr val="0F315D"/>
                </a:solidFill>
              </a:defRPr>
            </a:defPPr>
            <a:lvl1pPr algn="l">
              <a:buNone/>
              <a:defRPr sz="2400" b="1" i="0">
                <a:solidFill>
                  <a:srgbClr val="0F315D"/>
                </a:solidFill>
              </a:defRPr>
            </a:lvl1pPr>
            <a:lvl2pPr algn="l">
              <a:buNone/>
              <a:defRPr sz="2400" b="1" i="0">
                <a:solidFill>
                  <a:srgbClr val="0F315D"/>
                </a:solidFill>
              </a:defRPr>
            </a:lvl2pPr>
            <a:lvl3pPr algn="l">
              <a:buNone/>
              <a:defRPr sz="2400" b="1" i="0">
                <a:solidFill>
                  <a:srgbClr val="0F315D"/>
                </a:solidFill>
              </a:defRPr>
            </a:lvl3pPr>
            <a:lvl4pPr algn="l">
              <a:buNone/>
              <a:defRPr sz="2400" b="1" i="0">
                <a:solidFill>
                  <a:srgbClr val="0F315D"/>
                </a:solidFill>
              </a:defRPr>
            </a:lvl4pPr>
            <a:lvl5pPr algn="l">
              <a:buNone/>
              <a:defRPr sz="2400" b="1" i="0">
                <a:solidFill>
                  <a:srgbClr val="0F315D"/>
                </a:solidFill>
              </a:defRPr>
            </a:lvl5pPr>
            <a:lvl6pPr algn="l">
              <a:buNone/>
              <a:defRPr sz="2400" b="1" i="0">
                <a:solidFill>
                  <a:srgbClr val="0F315D"/>
                </a:solidFill>
              </a:defRPr>
            </a:lvl6pPr>
            <a:lvl7pPr algn="l">
              <a:buNone/>
              <a:defRPr sz="2400" b="1" i="0">
                <a:solidFill>
                  <a:srgbClr val="0F315D"/>
                </a:solidFill>
              </a:defRPr>
            </a:lvl7pPr>
            <a:lvl8pPr algn="l">
              <a:buNone/>
              <a:defRPr sz="2400" b="1" i="0">
                <a:solidFill>
                  <a:srgbClr val="0F315D"/>
                </a:solidFill>
              </a:defRPr>
            </a:lvl8pPr>
            <a:lvl9pPr algn="l">
              <a:buNone/>
              <a:defRPr sz="2400" b="1" i="0">
                <a:solidFill>
                  <a:srgbClr val="0F315D"/>
                </a:solidFill>
              </a:defRPr>
            </a:lvl9pPr>
          </a:lstStyle>
          <a:p xmlns:a="http://schemas.openxmlformats.org/drawingml/2006/main">
            <a:pPr algn="l">
              <a:buNone/>
              <a:defRPr sz="2400" b="1" i="0">
                <a:solidFill>
                  <a:srgbClr val="0F315D"/>
                </a:solidFill>
              </a:defRPr>
            </a:pPr>
            <a:r>
              <a:rPr sz="2400" b="1" i="0">
                <a:solidFill>
                  <a:srgbClr val="0F315D"/>
                </a:solidFill>
              </a:rPr>
              <a:t>Results and attendance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46C948-8616-49CC-A19A-EB776B09C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953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5D6873"/>
                </a:solidFill>
              </a:defRPr>
            </a:defPPr>
            <a:lvl1pPr algn="l">
              <a:buNone/>
              <a:defRPr sz="1275" b="0" i="0">
                <a:solidFill>
                  <a:srgbClr val="5D6873"/>
                </a:solidFill>
              </a:defRPr>
            </a:lvl1pPr>
            <a:lvl2pPr algn="l">
              <a:buNone/>
              <a:defRPr sz="1275" b="0" i="0">
                <a:solidFill>
                  <a:srgbClr val="5D6873"/>
                </a:solidFill>
              </a:defRPr>
            </a:lvl2pPr>
            <a:lvl3pPr algn="l">
              <a:buNone/>
              <a:defRPr sz="1275" b="0" i="0">
                <a:solidFill>
                  <a:srgbClr val="5D6873"/>
                </a:solidFill>
              </a:defRPr>
            </a:lvl3pPr>
            <a:lvl4pPr algn="l">
              <a:buNone/>
              <a:defRPr sz="1275" b="0" i="0">
                <a:solidFill>
                  <a:srgbClr val="5D6873"/>
                </a:solidFill>
              </a:defRPr>
            </a:lvl4pPr>
            <a:lvl5pPr algn="l">
              <a:buNone/>
              <a:defRPr sz="1275" b="0" i="0">
                <a:solidFill>
                  <a:srgbClr val="5D6873"/>
                </a:solidFill>
              </a:defRPr>
            </a:lvl5pPr>
            <a:lvl6pPr algn="l">
              <a:buNone/>
              <a:defRPr sz="1275" b="0" i="0">
                <a:solidFill>
                  <a:srgbClr val="5D6873"/>
                </a:solidFill>
              </a:defRPr>
            </a:lvl6pPr>
            <a:lvl7pPr algn="l">
              <a:buNone/>
              <a:defRPr sz="1275" b="0" i="0">
                <a:solidFill>
                  <a:srgbClr val="5D6873"/>
                </a:solidFill>
              </a:defRPr>
            </a:lvl7pPr>
            <a:lvl8pPr algn="l">
              <a:buNone/>
              <a:defRPr sz="1275" b="0" i="0">
                <a:solidFill>
                  <a:srgbClr val="5D6873"/>
                </a:solidFill>
              </a:defRPr>
            </a:lvl8pPr>
            <a:lvl9pPr algn="l">
              <a:buNone/>
              <a:defRPr sz="1275" b="0" i="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 i="0">
                <a:solidFill>
                  <a:srgbClr val="5D6873"/>
                </a:solidFill>
              </a:defRPr>
            </a:pPr>
            <a:r>
              <a:rPr sz="1275" b="0" i="0">
                <a:solidFill>
                  <a:srgbClr val="5D6873"/>
                </a:solidFill>
              </a:rPr>
              <a:t>The stored record becomes immediately useful to staff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9E9180-3A0D-4452-AC88-1237E9FA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2862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125" b="1" i="0">
                <a:solidFill>
                  <a:srgbClr val="0B6FA4"/>
                </a:solidFill>
              </a:defRPr>
            </a:defPPr>
            <a:lvl1pPr algn="r">
              <a:buNone/>
              <a:defRPr sz="1125" b="1" i="0">
                <a:solidFill>
                  <a:srgbClr val="0B6FA4"/>
                </a:solidFill>
              </a:defRPr>
            </a:lvl1pPr>
            <a:lvl2pPr algn="r">
              <a:buNone/>
              <a:defRPr sz="1125" b="1" i="0">
                <a:solidFill>
                  <a:srgbClr val="0B6FA4"/>
                </a:solidFill>
              </a:defRPr>
            </a:lvl2pPr>
            <a:lvl3pPr algn="r">
              <a:buNone/>
              <a:defRPr sz="1125" b="1" i="0">
                <a:solidFill>
                  <a:srgbClr val="0B6FA4"/>
                </a:solidFill>
              </a:defRPr>
            </a:lvl3pPr>
            <a:lvl4pPr algn="r">
              <a:buNone/>
              <a:defRPr sz="1125" b="1" i="0">
                <a:solidFill>
                  <a:srgbClr val="0B6FA4"/>
                </a:solidFill>
              </a:defRPr>
            </a:lvl4pPr>
            <a:lvl5pPr algn="r">
              <a:buNone/>
              <a:defRPr sz="1125" b="1" i="0">
                <a:solidFill>
                  <a:srgbClr val="0B6FA4"/>
                </a:solidFill>
              </a:defRPr>
            </a:lvl5pPr>
            <a:lvl6pPr algn="r">
              <a:buNone/>
              <a:defRPr sz="1125" b="1" i="0">
                <a:solidFill>
                  <a:srgbClr val="0B6FA4"/>
                </a:solidFill>
              </a:defRPr>
            </a:lvl6pPr>
            <a:lvl7pPr algn="r">
              <a:buNone/>
              <a:defRPr sz="1125" b="1" i="0">
                <a:solidFill>
                  <a:srgbClr val="0B6FA4"/>
                </a:solidFill>
              </a:defRPr>
            </a:lvl7pPr>
            <a:lvl8pPr algn="r">
              <a:buNone/>
              <a:defRPr sz="1125" b="1" i="0">
                <a:solidFill>
                  <a:srgbClr val="0B6FA4"/>
                </a:solidFill>
              </a:defRPr>
            </a:lvl8pPr>
            <a:lvl9pPr algn="r">
              <a:buNone/>
              <a:defRPr sz="1125" b="1" i="0">
                <a:solidFill>
                  <a:srgbClr val="0B6FA4"/>
                </a:solidFill>
              </a:defRPr>
            </a:lvl9pPr>
          </a:lstStyle>
          <a:p xmlns:a="http://schemas.openxmlformats.org/drawingml/2006/main">
            <a:pPr algn="r">
              <a:buNone/>
              <a:defRPr sz="1125" b="1" i="0">
                <a:solidFill>
                  <a:srgbClr val="0B6FA4"/>
                </a:solidFill>
              </a:defRPr>
            </a:pPr>
            <a:r>
              <a:rPr sz="1125" b="1" i="0">
                <a:solidFill>
                  <a:srgbClr val="0B6FA4"/>
                </a:solidFill>
              </a:rPr>
              <a:t>NEXATECH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8BEEB1-8542-4E18-8D6A-A4E5E818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solidFill>
              <a:srgbClr val="D7E0E7"/>
            </a:solidFill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5BB70A-A1BA-42BF-B7A4-28268F1562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d23057b66f4b9c"/>
          <a:stretch xmlns:a="http://schemas.openxmlformats.org/drawingml/2006/main"/>
        </p:blipFill>
        <p:spPr>
          <a:xfrm xmlns:a="http://schemas.openxmlformats.org/drawingml/2006/main">
            <a:off x="647700" y="1562695"/>
            <a:ext cx="5286375" cy="3303984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3F9CEF-9671-462C-84A5-5EF1058CF7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adff1e44974934"/>
          <a:stretch xmlns:a="http://schemas.openxmlformats.org/drawingml/2006/main"/>
        </p:blipFill>
        <p:spPr>
          <a:xfrm xmlns:a="http://schemas.openxmlformats.org/drawingml/2006/main">
            <a:off x="6257925" y="1562695"/>
            <a:ext cx="5286375" cy="330398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49D06C-46F0-4F85-9C7B-BCCD174C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673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0F315D"/>
                </a:solidFill>
              </a:defRPr>
            </a:defPPr>
            <a:lvl1pPr algn="l">
              <a:buNone/>
              <a:defRPr sz="1500" b="1" i="0">
                <a:solidFill>
                  <a:srgbClr val="0F315D"/>
                </a:solidFill>
              </a:defRPr>
            </a:lvl1pPr>
            <a:lvl2pPr algn="l">
              <a:buNone/>
              <a:defRPr sz="1500" b="1" i="0">
                <a:solidFill>
                  <a:srgbClr val="0F315D"/>
                </a:solidFill>
              </a:defRPr>
            </a:lvl2pPr>
            <a:lvl3pPr algn="l">
              <a:buNone/>
              <a:defRPr sz="1500" b="1" i="0">
                <a:solidFill>
                  <a:srgbClr val="0F315D"/>
                </a:solidFill>
              </a:defRPr>
            </a:lvl3pPr>
            <a:lvl4pPr algn="l">
              <a:buNone/>
              <a:defRPr sz="1500" b="1" i="0">
                <a:solidFill>
                  <a:srgbClr val="0F315D"/>
                </a:solidFill>
              </a:defRPr>
            </a:lvl4pPr>
            <a:lvl5pPr algn="l">
              <a:buNone/>
              <a:defRPr sz="1500" b="1" i="0">
                <a:solidFill>
                  <a:srgbClr val="0F315D"/>
                </a:solidFill>
              </a:defRPr>
            </a:lvl5pPr>
            <a:lvl6pPr algn="l">
              <a:buNone/>
              <a:defRPr sz="1500" b="1" i="0">
                <a:solidFill>
                  <a:srgbClr val="0F315D"/>
                </a:solidFill>
              </a:defRPr>
            </a:lvl6pPr>
            <a:lvl7pPr algn="l">
              <a:buNone/>
              <a:defRPr sz="1500" b="1" i="0">
                <a:solidFill>
                  <a:srgbClr val="0F315D"/>
                </a:solidFill>
              </a:defRPr>
            </a:lvl7pPr>
            <a:lvl8pPr algn="l">
              <a:buNone/>
              <a:defRPr sz="1500" b="1" i="0">
                <a:solidFill>
                  <a:srgbClr val="0F315D"/>
                </a:solidFill>
              </a:defRPr>
            </a:lvl8pPr>
            <a:lvl9pPr algn="l">
              <a:buNone/>
              <a:defRPr sz="1500" b="1" i="0">
                <a:solidFill>
                  <a:srgbClr val="0F315D"/>
                </a:solidFill>
              </a:defRPr>
            </a:lvl9pPr>
          </a:lstStyle>
          <a:p xmlns:a="http://schemas.openxmlformats.org/drawingml/2006/main">
            <a:pPr algn="l">
              <a:buNone/>
              <a:defRPr sz="1500" b="1" i="0">
                <a:solidFill>
                  <a:srgbClr val="0F315D"/>
                </a:solidFill>
              </a:defRPr>
            </a:pPr>
            <a:r>
              <a:rPr sz="1500" b="1" i="0">
                <a:solidFill>
                  <a:srgbClr val="0F315D"/>
                </a:solidFill>
              </a:rPr>
              <a:t>Class results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CB6A94-5EBC-411A-8DFE-FAAE1D3E7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5D6873"/>
                </a:solidFill>
              </a:defRPr>
            </a:defPPr>
            <a:lvl1pPr algn="l">
              <a:buNone/>
              <a:defRPr sz="1275" b="0" i="0">
                <a:solidFill>
                  <a:srgbClr val="5D6873"/>
                </a:solidFill>
              </a:defRPr>
            </a:lvl1pPr>
            <a:lvl2pPr algn="l">
              <a:buNone/>
              <a:defRPr sz="1275" b="0" i="0">
                <a:solidFill>
                  <a:srgbClr val="5D6873"/>
                </a:solidFill>
              </a:defRPr>
            </a:lvl2pPr>
            <a:lvl3pPr algn="l">
              <a:buNone/>
              <a:defRPr sz="1275" b="0" i="0">
                <a:solidFill>
                  <a:srgbClr val="5D6873"/>
                </a:solidFill>
              </a:defRPr>
            </a:lvl3pPr>
            <a:lvl4pPr algn="l">
              <a:buNone/>
              <a:defRPr sz="1275" b="0" i="0">
                <a:solidFill>
                  <a:srgbClr val="5D6873"/>
                </a:solidFill>
              </a:defRPr>
            </a:lvl4pPr>
            <a:lvl5pPr algn="l">
              <a:buNone/>
              <a:defRPr sz="1275" b="0" i="0">
                <a:solidFill>
                  <a:srgbClr val="5D6873"/>
                </a:solidFill>
              </a:defRPr>
            </a:lvl5pPr>
            <a:lvl6pPr algn="l">
              <a:buNone/>
              <a:defRPr sz="1275" b="0" i="0">
                <a:solidFill>
                  <a:srgbClr val="5D6873"/>
                </a:solidFill>
              </a:defRPr>
            </a:lvl6pPr>
            <a:lvl7pPr algn="l">
              <a:buNone/>
              <a:defRPr sz="1275" b="0" i="0">
                <a:solidFill>
                  <a:srgbClr val="5D6873"/>
                </a:solidFill>
              </a:defRPr>
            </a:lvl7pPr>
            <a:lvl8pPr algn="l">
              <a:buNone/>
              <a:defRPr sz="1275" b="0" i="0">
                <a:solidFill>
                  <a:srgbClr val="5D6873"/>
                </a:solidFill>
              </a:defRPr>
            </a:lvl8pPr>
            <a:lvl9pPr algn="l">
              <a:buNone/>
              <a:defRPr sz="1275" b="0" i="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 i="0">
                <a:solidFill>
                  <a:srgbClr val="5D6873"/>
                </a:solidFill>
              </a:defRPr>
            </a:pPr>
            <a:r>
              <a:rPr sz="1275" b="0" i="0">
                <a:solidFill>
                  <a:srgbClr val="5D6873"/>
                </a:solidFill>
              </a:rPr>
              <a:t>Authorized staff can retrieve rankings and averages by class, term, and year.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4E06A4-BF5A-4A73-A232-7803B5C80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0673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0F315D"/>
                </a:solidFill>
              </a:defRPr>
            </a:defPPr>
            <a:lvl1pPr algn="l">
              <a:buNone/>
              <a:defRPr sz="1500" b="1" i="0">
                <a:solidFill>
                  <a:srgbClr val="0F315D"/>
                </a:solidFill>
              </a:defRPr>
            </a:lvl1pPr>
            <a:lvl2pPr algn="l">
              <a:buNone/>
              <a:defRPr sz="1500" b="1" i="0">
                <a:solidFill>
                  <a:srgbClr val="0F315D"/>
                </a:solidFill>
              </a:defRPr>
            </a:lvl2pPr>
            <a:lvl3pPr algn="l">
              <a:buNone/>
              <a:defRPr sz="1500" b="1" i="0">
                <a:solidFill>
                  <a:srgbClr val="0F315D"/>
                </a:solidFill>
              </a:defRPr>
            </a:lvl3pPr>
            <a:lvl4pPr algn="l">
              <a:buNone/>
              <a:defRPr sz="1500" b="1" i="0">
                <a:solidFill>
                  <a:srgbClr val="0F315D"/>
                </a:solidFill>
              </a:defRPr>
            </a:lvl4pPr>
            <a:lvl5pPr algn="l">
              <a:buNone/>
              <a:defRPr sz="1500" b="1" i="0">
                <a:solidFill>
                  <a:srgbClr val="0F315D"/>
                </a:solidFill>
              </a:defRPr>
            </a:lvl5pPr>
            <a:lvl6pPr algn="l">
              <a:buNone/>
              <a:defRPr sz="1500" b="1" i="0">
                <a:solidFill>
                  <a:srgbClr val="0F315D"/>
                </a:solidFill>
              </a:defRPr>
            </a:lvl6pPr>
            <a:lvl7pPr algn="l">
              <a:buNone/>
              <a:defRPr sz="1500" b="1" i="0">
                <a:solidFill>
                  <a:srgbClr val="0F315D"/>
                </a:solidFill>
              </a:defRPr>
            </a:lvl7pPr>
            <a:lvl8pPr algn="l">
              <a:buNone/>
              <a:defRPr sz="1500" b="1" i="0">
                <a:solidFill>
                  <a:srgbClr val="0F315D"/>
                </a:solidFill>
              </a:defRPr>
            </a:lvl8pPr>
            <a:lvl9pPr algn="l">
              <a:buNone/>
              <a:defRPr sz="1500" b="1" i="0">
                <a:solidFill>
                  <a:srgbClr val="0F315D"/>
                </a:solidFill>
              </a:defRPr>
            </a:lvl9pPr>
          </a:lstStyle>
          <a:p xmlns:a="http://schemas.openxmlformats.org/drawingml/2006/main">
            <a:pPr algn="l">
              <a:buNone/>
              <a:defRPr sz="1500" b="1" i="0">
                <a:solidFill>
                  <a:srgbClr val="0F315D"/>
                </a:solidFill>
              </a:defRPr>
            </a:pPr>
            <a:r>
              <a:rPr sz="1500" b="1" i="0">
                <a:solidFill>
                  <a:srgbClr val="0F315D"/>
                </a:solidFill>
              </a:rPr>
              <a:t>Attendance register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B65C9B-21BC-4BEE-BF87-A3558C280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4292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5D6873"/>
                </a:solidFill>
              </a:defRPr>
            </a:defPPr>
            <a:lvl1pPr algn="l">
              <a:buNone/>
              <a:defRPr sz="1275" b="0" i="0">
                <a:solidFill>
                  <a:srgbClr val="5D6873"/>
                </a:solidFill>
              </a:defRPr>
            </a:lvl1pPr>
            <a:lvl2pPr algn="l">
              <a:buNone/>
              <a:defRPr sz="1275" b="0" i="0">
                <a:solidFill>
                  <a:srgbClr val="5D6873"/>
                </a:solidFill>
              </a:defRPr>
            </a:lvl2pPr>
            <a:lvl3pPr algn="l">
              <a:buNone/>
              <a:defRPr sz="1275" b="0" i="0">
                <a:solidFill>
                  <a:srgbClr val="5D6873"/>
                </a:solidFill>
              </a:defRPr>
            </a:lvl3pPr>
            <a:lvl4pPr algn="l">
              <a:buNone/>
              <a:defRPr sz="1275" b="0" i="0">
                <a:solidFill>
                  <a:srgbClr val="5D6873"/>
                </a:solidFill>
              </a:defRPr>
            </a:lvl4pPr>
            <a:lvl5pPr algn="l">
              <a:buNone/>
              <a:defRPr sz="1275" b="0" i="0">
                <a:solidFill>
                  <a:srgbClr val="5D6873"/>
                </a:solidFill>
              </a:defRPr>
            </a:lvl5pPr>
            <a:lvl6pPr algn="l">
              <a:buNone/>
              <a:defRPr sz="1275" b="0" i="0">
                <a:solidFill>
                  <a:srgbClr val="5D6873"/>
                </a:solidFill>
              </a:defRPr>
            </a:lvl6pPr>
            <a:lvl7pPr algn="l">
              <a:buNone/>
              <a:defRPr sz="1275" b="0" i="0">
                <a:solidFill>
                  <a:srgbClr val="5D6873"/>
                </a:solidFill>
              </a:defRPr>
            </a:lvl7pPr>
            <a:lvl8pPr algn="l">
              <a:buNone/>
              <a:defRPr sz="1275" b="0" i="0">
                <a:solidFill>
                  <a:srgbClr val="5D6873"/>
                </a:solidFill>
              </a:defRPr>
            </a:lvl8pPr>
            <a:lvl9pPr algn="l">
              <a:buNone/>
              <a:defRPr sz="1275" b="0" i="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 i="0">
                <a:solidFill>
                  <a:srgbClr val="5D6873"/>
                </a:solidFill>
              </a:defRPr>
            </a:pPr>
            <a:r>
              <a:rPr sz="1275" b="0" i="0">
                <a:solidFill>
                  <a:srgbClr val="5D6873"/>
                </a:solidFill>
              </a:rPr>
              <a:t>Teachers can open the correct roster and record status with optional remarks.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CD1908-E933-4A43-ACF4-C853B44D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0" i="0">
                <a:solidFill>
                  <a:srgbClr val="5D6873"/>
                </a:solidFill>
              </a:defRPr>
            </a:defPPr>
            <a:lvl1pPr algn="r">
              <a:buNone/>
              <a:defRPr sz="900" b="0" i="0">
                <a:solidFill>
                  <a:srgbClr val="5D6873"/>
                </a:solidFill>
              </a:defRPr>
            </a:lvl1pPr>
            <a:lvl2pPr algn="r">
              <a:buNone/>
              <a:defRPr sz="900" b="0" i="0">
                <a:solidFill>
                  <a:srgbClr val="5D6873"/>
                </a:solidFill>
              </a:defRPr>
            </a:lvl2pPr>
            <a:lvl3pPr algn="r">
              <a:buNone/>
              <a:defRPr sz="900" b="0" i="0">
                <a:solidFill>
                  <a:srgbClr val="5D6873"/>
                </a:solidFill>
              </a:defRPr>
            </a:lvl3pPr>
            <a:lvl4pPr algn="r">
              <a:buNone/>
              <a:defRPr sz="900" b="0" i="0">
                <a:solidFill>
                  <a:srgbClr val="5D6873"/>
                </a:solidFill>
              </a:defRPr>
            </a:lvl4pPr>
            <a:lvl5pPr algn="r">
              <a:buNone/>
              <a:defRPr sz="900" b="0" i="0">
                <a:solidFill>
                  <a:srgbClr val="5D6873"/>
                </a:solidFill>
              </a:defRPr>
            </a:lvl5pPr>
            <a:lvl6pPr algn="r">
              <a:buNone/>
              <a:defRPr sz="900" b="0" i="0">
                <a:solidFill>
                  <a:srgbClr val="5D6873"/>
                </a:solidFill>
              </a:defRPr>
            </a:lvl6pPr>
            <a:lvl7pPr algn="r">
              <a:buNone/>
              <a:defRPr sz="900" b="0" i="0">
                <a:solidFill>
                  <a:srgbClr val="5D6873"/>
                </a:solidFill>
              </a:defRPr>
            </a:lvl7pPr>
            <a:lvl8pPr algn="r">
              <a:buNone/>
              <a:defRPr sz="900" b="0" i="0">
                <a:solidFill>
                  <a:srgbClr val="5D6873"/>
                </a:solidFill>
              </a:defRPr>
            </a:lvl8pPr>
            <a:lvl9pPr algn="r">
              <a:buNone/>
              <a:defRPr sz="900" b="0" i="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r">
              <a:buNone/>
              <a:defRPr sz="900" b="0" i="0">
                <a:solidFill>
                  <a:srgbClr val="5D6873"/>
                </a:solidFill>
              </a:defRPr>
            </a:pPr>
            <a:r>
              <a:rPr sz="900" b="0" i="0">
                <a:solidFill>
                  <a:srgbClr val="5D6873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983873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80FD86-0121-4FBA-85DD-FE5A8202E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F315D"/>
                </a:solidFill>
              </a:defRPr>
            </a:defPPr>
            <a:lvl1pPr>
              <a:defRPr sz="2400" b="1">
                <a:solidFill>
                  <a:srgbClr val="0F315D"/>
                </a:solidFill>
              </a:defRPr>
            </a:lvl1pPr>
            <a:lvl2pPr>
              <a:defRPr sz="2400" b="1">
                <a:solidFill>
                  <a:srgbClr val="0F315D"/>
                </a:solidFill>
              </a:defRPr>
            </a:lvl2pPr>
            <a:lvl3pPr>
              <a:defRPr sz="2400" b="1">
                <a:solidFill>
                  <a:srgbClr val="0F315D"/>
                </a:solidFill>
              </a:defRPr>
            </a:lvl3pPr>
            <a:lvl4pPr>
              <a:defRPr sz="2400" b="1">
                <a:solidFill>
                  <a:srgbClr val="0F315D"/>
                </a:solidFill>
              </a:defRPr>
            </a:lvl4pPr>
            <a:lvl5pPr>
              <a:defRPr sz="2400" b="1">
                <a:solidFill>
                  <a:srgbClr val="0F315D"/>
                </a:solidFill>
              </a:defRPr>
            </a:lvl5pPr>
            <a:lvl6pPr>
              <a:defRPr sz="2400" b="1">
                <a:solidFill>
                  <a:srgbClr val="0F315D"/>
                </a:solidFill>
              </a:defRPr>
            </a:lvl6pPr>
            <a:lvl7pPr>
              <a:defRPr sz="2400" b="1">
                <a:solidFill>
                  <a:srgbClr val="0F315D"/>
                </a:solidFill>
              </a:defRPr>
            </a:lvl7pPr>
            <a:lvl8pPr>
              <a:defRPr sz="2400" b="1">
                <a:solidFill>
                  <a:srgbClr val="0F315D"/>
                </a:solidFill>
              </a:defRPr>
            </a:lvl8pPr>
            <a:lvl9pPr>
              <a:defRPr sz="2400" b="1">
                <a:solidFill>
                  <a:srgbClr val="0F315D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F315D"/>
                </a:solidFill>
              </a:defRPr>
            </a:pPr>
            <a:r>
              <a:rPr sz="2400" b="1">
                <a:solidFill>
                  <a:srgbClr val="0F315D"/>
                </a:solidFill>
              </a:rPr>
              <a:t>Report cards and school records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31A98B-90BE-43D1-AF79-9FE0A9CA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953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5D6873"/>
                </a:solidFill>
              </a:defRPr>
            </a:defPPr>
            <a:lvl1pPr>
              <a:defRPr sz="1275">
                <a:solidFill>
                  <a:srgbClr val="5D6873"/>
                </a:solidFill>
              </a:defRPr>
            </a:lvl1pPr>
            <a:lvl2pPr>
              <a:defRPr sz="1275">
                <a:solidFill>
                  <a:srgbClr val="5D6873"/>
                </a:solidFill>
              </a:defRPr>
            </a:lvl2pPr>
            <a:lvl3pPr>
              <a:defRPr sz="1275">
                <a:solidFill>
                  <a:srgbClr val="5D6873"/>
                </a:solidFill>
              </a:defRPr>
            </a:lvl3pPr>
            <a:lvl4pPr>
              <a:defRPr sz="1275">
                <a:solidFill>
                  <a:srgbClr val="5D6873"/>
                </a:solidFill>
              </a:defRPr>
            </a:lvl4pPr>
            <a:lvl5pPr>
              <a:defRPr sz="1275">
                <a:solidFill>
                  <a:srgbClr val="5D6873"/>
                </a:solidFill>
              </a:defRPr>
            </a:lvl5pPr>
            <a:lvl6pPr>
              <a:defRPr sz="1275">
                <a:solidFill>
                  <a:srgbClr val="5D6873"/>
                </a:solidFill>
              </a:defRPr>
            </a:lvl6pPr>
            <a:lvl7pPr>
              <a:defRPr sz="1275">
                <a:solidFill>
                  <a:srgbClr val="5D6873"/>
                </a:solidFill>
              </a:defRPr>
            </a:lvl7pPr>
            <a:lvl8pPr>
              <a:defRPr sz="1275">
                <a:solidFill>
                  <a:srgbClr val="5D6873"/>
                </a:solidFill>
              </a:defRPr>
            </a:lvl8pPr>
            <a:lvl9pPr>
              <a:defRPr sz="1275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>
              <a:defRPr sz="1275">
                <a:solidFill>
                  <a:srgbClr val="5D6873"/>
                </a:solidFill>
              </a:defRPr>
            </a:pPr>
            <a:r>
              <a:rPr sz="1275">
                <a:solidFill>
                  <a:srgbClr val="5D6873"/>
                </a:solidFill>
              </a:rPr>
              <a:t>One view combines academic outcomes with the wider learner record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10C02C-C617-4C98-BB06-DD557E9D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2862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125" b="1">
                <a:solidFill>
                  <a:srgbClr val="0B6FA4"/>
                </a:solidFill>
              </a:defRPr>
            </a:defPPr>
            <a:lvl1pPr algn="r">
              <a:defRPr sz="1125" b="1">
                <a:solidFill>
                  <a:srgbClr val="0B6FA4"/>
                </a:solidFill>
              </a:defRPr>
            </a:lvl1pPr>
            <a:lvl2pPr algn="r">
              <a:defRPr sz="1125" b="1">
                <a:solidFill>
                  <a:srgbClr val="0B6FA4"/>
                </a:solidFill>
              </a:defRPr>
            </a:lvl2pPr>
            <a:lvl3pPr algn="r">
              <a:defRPr sz="1125" b="1">
                <a:solidFill>
                  <a:srgbClr val="0B6FA4"/>
                </a:solidFill>
              </a:defRPr>
            </a:lvl3pPr>
            <a:lvl4pPr algn="r">
              <a:defRPr sz="1125" b="1">
                <a:solidFill>
                  <a:srgbClr val="0B6FA4"/>
                </a:solidFill>
              </a:defRPr>
            </a:lvl4pPr>
            <a:lvl5pPr algn="r">
              <a:defRPr sz="1125" b="1">
                <a:solidFill>
                  <a:srgbClr val="0B6FA4"/>
                </a:solidFill>
              </a:defRPr>
            </a:lvl5pPr>
            <a:lvl6pPr algn="r">
              <a:defRPr sz="1125" b="1">
                <a:solidFill>
                  <a:srgbClr val="0B6FA4"/>
                </a:solidFill>
              </a:defRPr>
            </a:lvl6pPr>
            <a:lvl7pPr algn="r">
              <a:defRPr sz="1125" b="1">
                <a:solidFill>
                  <a:srgbClr val="0B6FA4"/>
                </a:solidFill>
              </a:defRPr>
            </a:lvl7pPr>
            <a:lvl8pPr algn="r">
              <a:defRPr sz="1125" b="1">
                <a:solidFill>
                  <a:srgbClr val="0B6FA4"/>
                </a:solidFill>
              </a:defRPr>
            </a:lvl8pPr>
            <a:lvl9pPr algn="r">
              <a:defRPr sz="1125" b="1">
                <a:solidFill>
                  <a:srgbClr val="0B6FA4"/>
                </a:solidFill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0B6FA4"/>
                </a:solidFill>
              </a:defRPr>
            </a:pPr>
            <a:r>
              <a:rPr sz="1125" b="1">
                <a:solidFill>
                  <a:srgbClr val="0B6FA4"/>
                </a:solidFill>
              </a:rPr>
              <a:t>NEXATECH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4D1D51-0887-4314-B380-ABDC55B8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8B756A-1DAE-4F10-942C-BF16FED9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>
                <a:solidFill>
                  <a:srgbClr val="5D6873"/>
                </a:solidFill>
              </a:defRPr>
            </a:defPPr>
            <a:lvl1pPr algn="r">
              <a:defRPr sz="900">
                <a:solidFill>
                  <a:srgbClr val="5D6873"/>
                </a:solidFill>
              </a:defRPr>
            </a:lvl1pPr>
            <a:lvl2pPr algn="r">
              <a:defRPr sz="900">
                <a:solidFill>
                  <a:srgbClr val="5D6873"/>
                </a:solidFill>
              </a:defRPr>
            </a:lvl2pPr>
            <a:lvl3pPr algn="r">
              <a:defRPr sz="900">
                <a:solidFill>
                  <a:srgbClr val="5D6873"/>
                </a:solidFill>
              </a:defRPr>
            </a:lvl3pPr>
            <a:lvl4pPr algn="r">
              <a:defRPr sz="900">
                <a:solidFill>
                  <a:srgbClr val="5D6873"/>
                </a:solidFill>
              </a:defRPr>
            </a:lvl4pPr>
            <a:lvl5pPr algn="r">
              <a:defRPr sz="900">
                <a:solidFill>
                  <a:srgbClr val="5D6873"/>
                </a:solidFill>
              </a:defRPr>
            </a:lvl5pPr>
            <a:lvl6pPr algn="r">
              <a:defRPr sz="900">
                <a:solidFill>
                  <a:srgbClr val="5D6873"/>
                </a:solidFill>
              </a:defRPr>
            </a:lvl6pPr>
            <a:lvl7pPr algn="r">
              <a:defRPr sz="900">
                <a:solidFill>
                  <a:srgbClr val="5D6873"/>
                </a:solidFill>
              </a:defRPr>
            </a:lvl7pPr>
            <a:lvl8pPr algn="r">
              <a:defRPr sz="900">
                <a:solidFill>
                  <a:srgbClr val="5D6873"/>
                </a:solidFill>
              </a:defRPr>
            </a:lvl8pPr>
            <a:lvl9pPr algn="r">
              <a:defRPr sz="90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r">
              <a:defRPr sz="900">
                <a:solidFill>
                  <a:srgbClr val="5D6873"/>
                </a:solidFill>
              </a:defRPr>
            </a:pPr>
            <a:r>
              <a:rPr sz="900">
                <a:solidFill>
                  <a:srgbClr val="5D6873"/>
                </a:solidFill>
              </a:rPr>
              <a:t>06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1B5A0C-EA5E-4EA1-824E-7624ED47A6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bf7fad109b4384"/>
          <a:stretch xmlns:a="http://schemas.openxmlformats.org/drawingml/2006/main"/>
        </p:blipFill>
        <p:spPr>
          <a:xfrm xmlns:a="http://schemas.openxmlformats.org/drawingml/2006/main">
            <a:off x="647700" y="1562100"/>
            <a:ext cx="7239000" cy="45243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F79314-0798-4C4C-B4B0-B139B1A0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764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F315D"/>
                </a:solidFill>
              </a:defRPr>
            </a:defPPr>
            <a:lvl1pPr>
              <a:defRPr sz="1650" b="1">
                <a:solidFill>
                  <a:srgbClr val="0F315D"/>
                </a:solidFill>
              </a:defRPr>
            </a:lvl1pPr>
            <a:lvl2pPr>
              <a:defRPr sz="1650" b="1">
                <a:solidFill>
                  <a:srgbClr val="0F315D"/>
                </a:solidFill>
              </a:defRPr>
            </a:lvl2pPr>
            <a:lvl3pPr>
              <a:defRPr sz="1650" b="1">
                <a:solidFill>
                  <a:srgbClr val="0F315D"/>
                </a:solidFill>
              </a:defRPr>
            </a:lvl3pPr>
            <a:lvl4pPr>
              <a:defRPr sz="1650" b="1">
                <a:solidFill>
                  <a:srgbClr val="0F315D"/>
                </a:solidFill>
              </a:defRPr>
            </a:lvl4pPr>
            <a:lvl5pPr>
              <a:defRPr sz="1650" b="1">
                <a:solidFill>
                  <a:srgbClr val="0F315D"/>
                </a:solidFill>
              </a:defRPr>
            </a:lvl5pPr>
            <a:lvl6pPr>
              <a:defRPr sz="1650" b="1">
                <a:solidFill>
                  <a:srgbClr val="0F315D"/>
                </a:solidFill>
              </a:defRPr>
            </a:lvl6pPr>
            <a:lvl7pPr>
              <a:defRPr sz="1650" b="1">
                <a:solidFill>
                  <a:srgbClr val="0F315D"/>
                </a:solidFill>
              </a:defRPr>
            </a:lvl7pPr>
            <a:lvl8pPr>
              <a:defRPr sz="1650" b="1">
                <a:solidFill>
                  <a:srgbClr val="0F315D"/>
                </a:solidFill>
              </a:defRPr>
            </a:lvl8pPr>
            <a:lvl9pPr>
              <a:defRPr sz="1650" b="1">
                <a:solidFill>
                  <a:srgbClr val="0F315D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F315D"/>
                </a:solidFill>
              </a:defRPr>
            </a:pPr>
            <a:r>
              <a:rPr sz="1650" b="1">
                <a:solidFill>
                  <a:srgbClr val="0F315D"/>
                </a:solidFill>
              </a:rPr>
              <a:t>A useful report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6D9205-E024-41AC-BF29-7D34CE155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479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B8A72"/>
                </a:solidFill>
              </a:defRPr>
            </a:defPPr>
            <a:lvl1pPr>
              <a:defRPr sz="1275" b="1">
                <a:solidFill>
                  <a:srgbClr val="1B8A72"/>
                </a:solidFill>
              </a:defRPr>
            </a:lvl1pPr>
            <a:lvl2pPr>
              <a:defRPr sz="1275" b="1">
                <a:solidFill>
                  <a:srgbClr val="1B8A72"/>
                </a:solidFill>
              </a:defRPr>
            </a:lvl2pPr>
            <a:lvl3pPr>
              <a:defRPr sz="1275" b="1">
                <a:solidFill>
                  <a:srgbClr val="1B8A72"/>
                </a:solidFill>
              </a:defRPr>
            </a:lvl3pPr>
            <a:lvl4pPr>
              <a:defRPr sz="1275" b="1">
                <a:solidFill>
                  <a:srgbClr val="1B8A72"/>
                </a:solidFill>
              </a:defRPr>
            </a:lvl4pPr>
            <a:lvl5pPr>
              <a:defRPr sz="1275" b="1">
                <a:solidFill>
                  <a:srgbClr val="1B8A72"/>
                </a:solidFill>
              </a:defRPr>
            </a:lvl5pPr>
            <a:lvl6pPr>
              <a:defRPr sz="1275" b="1">
                <a:solidFill>
                  <a:srgbClr val="1B8A72"/>
                </a:solidFill>
              </a:defRPr>
            </a:lvl6pPr>
            <a:lvl7pPr>
              <a:defRPr sz="1275" b="1">
                <a:solidFill>
                  <a:srgbClr val="1B8A72"/>
                </a:solidFill>
              </a:defRPr>
            </a:lvl7pPr>
            <a:lvl8pPr>
              <a:defRPr sz="1275" b="1">
                <a:solidFill>
                  <a:srgbClr val="1B8A72"/>
                </a:solidFill>
              </a:defRPr>
            </a:lvl8pPr>
            <a:lvl9pPr>
              <a:defRPr sz="1275" b="1">
                <a:solidFill>
                  <a:srgbClr val="1B8A72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B8A72"/>
                </a:solidFill>
              </a:defRPr>
            </a:pPr>
            <a:r>
              <a:rPr sz="1275" b="1">
                <a:solidFill>
                  <a:srgbClr val="1B8A72"/>
                </a:solidFill>
              </a:rPr>
              <a:t>Academic results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E1297B-649F-46C4-B0E4-A4995304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7175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3202C"/>
                </a:solidFill>
              </a:defRPr>
            </a:defPPr>
            <a:lvl1pPr>
              <a:defRPr sz="1200">
                <a:solidFill>
                  <a:srgbClr val="13202C"/>
                </a:solidFill>
              </a:defRPr>
            </a:lvl1pPr>
            <a:lvl2pPr>
              <a:defRPr sz="1200">
                <a:solidFill>
                  <a:srgbClr val="13202C"/>
                </a:solidFill>
              </a:defRPr>
            </a:lvl2pPr>
            <a:lvl3pPr>
              <a:defRPr sz="1200">
                <a:solidFill>
                  <a:srgbClr val="13202C"/>
                </a:solidFill>
              </a:defRPr>
            </a:lvl3pPr>
            <a:lvl4pPr>
              <a:defRPr sz="1200">
                <a:solidFill>
                  <a:srgbClr val="13202C"/>
                </a:solidFill>
              </a:defRPr>
            </a:lvl4pPr>
            <a:lvl5pPr>
              <a:defRPr sz="1200">
                <a:solidFill>
                  <a:srgbClr val="13202C"/>
                </a:solidFill>
              </a:defRPr>
            </a:lvl5pPr>
            <a:lvl6pPr>
              <a:defRPr sz="1200">
                <a:solidFill>
                  <a:srgbClr val="13202C"/>
                </a:solidFill>
              </a:defRPr>
            </a:lvl6pPr>
            <a:lvl7pPr>
              <a:defRPr sz="1200">
                <a:solidFill>
                  <a:srgbClr val="13202C"/>
                </a:solidFill>
              </a:defRPr>
            </a:lvl7pPr>
            <a:lvl8pPr>
              <a:defRPr sz="1200">
                <a:solidFill>
                  <a:srgbClr val="13202C"/>
                </a:solidFill>
              </a:defRPr>
            </a:lvl8pPr>
            <a:lvl9pPr>
              <a:defRPr sz="1200">
                <a:solidFill>
                  <a:srgbClr val="13202C"/>
                </a:solidFill>
              </a:defRPr>
            </a:lvl9pPr>
          </a:lstStyle>
          <a:p xmlns:a="http://schemas.openxmlformats.org/drawingml/2006/main">
            <a:pPr>
              <a:defRPr sz="1200">
                <a:solidFill>
                  <a:srgbClr val="13202C"/>
                </a:solidFill>
              </a:defRPr>
            </a:pPr>
            <a:r>
              <a:rPr sz="1200">
                <a:solidFill>
                  <a:srgbClr val="13202C"/>
                </a:solidFill>
              </a:rPr>
              <a:t>Subject percentages, grades, remarks, positions, and overall average.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E0C460-0E5C-40AF-B7E9-388134D4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718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B8A72"/>
                </a:solidFill>
              </a:defRPr>
            </a:defPPr>
            <a:lvl1pPr>
              <a:defRPr sz="1275" b="1">
                <a:solidFill>
                  <a:srgbClr val="1B8A72"/>
                </a:solidFill>
              </a:defRPr>
            </a:lvl1pPr>
            <a:lvl2pPr>
              <a:defRPr sz="1275" b="1">
                <a:solidFill>
                  <a:srgbClr val="1B8A72"/>
                </a:solidFill>
              </a:defRPr>
            </a:lvl2pPr>
            <a:lvl3pPr>
              <a:defRPr sz="1275" b="1">
                <a:solidFill>
                  <a:srgbClr val="1B8A72"/>
                </a:solidFill>
              </a:defRPr>
            </a:lvl3pPr>
            <a:lvl4pPr>
              <a:defRPr sz="1275" b="1">
                <a:solidFill>
                  <a:srgbClr val="1B8A72"/>
                </a:solidFill>
              </a:defRPr>
            </a:lvl4pPr>
            <a:lvl5pPr>
              <a:defRPr sz="1275" b="1">
                <a:solidFill>
                  <a:srgbClr val="1B8A72"/>
                </a:solidFill>
              </a:defRPr>
            </a:lvl5pPr>
            <a:lvl6pPr>
              <a:defRPr sz="1275" b="1">
                <a:solidFill>
                  <a:srgbClr val="1B8A72"/>
                </a:solidFill>
              </a:defRPr>
            </a:lvl6pPr>
            <a:lvl7pPr>
              <a:defRPr sz="1275" b="1">
                <a:solidFill>
                  <a:srgbClr val="1B8A72"/>
                </a:solidFill>
              </a:defRPr>
            </a:lvl7pPr>
            <a:lvl8pPr>
              <a:defRPr sz="1275" b="1">
                <a:solidFill>
                  <a:srgbClr val="1B8A72"/>
                </a:solidFill>
              </a:defRPr>
            </a:lvl8pPr>
            <a:lvl9pPr>
              <a:defRPr sz="1275" b="1">
                <a:solidFill>
                  <a:srgbClr val="1B8A72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B8A72"/>
                </a:solidFill>
              </a:defRPr>
            </a:pPr>
            <a:r>
              <a:rPr sz="1275" b="1">
                <a:solidFill>
                  <a:srgbClr val="1B8A72"/>
                </a:solidFill>
              </a:rPr>
              <a:t>Whole 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3FB345-2B5F-45FC-B4C5-CA1805ED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9570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3202C"/>
                </a:solidFill>
              </a:defRPr>
            </a:defPPr>
            <a:lvl1pPr>
              <a:defRPr sz="1200">
                <a:solidFill>
                  <a:srgbClr val="13202C"/>
                </a:solidFill>
              </a:defRPr>
            </a:lvl1pPr>
            <a:lvl2pPr>
              <a:defRPr sz="1200">
                <a:solidFill>
                  <a:srgbClr val="13202C"/>
                </a:solidFill>
              </a:defRPr>
            </a:lvl2pPr>
            <a:lvl3pPr>
              <a:defRPr sz="1200">
                <a:solidFill>
                  <a:srgbClr val="13202C"/>
                </a:solidFill>
              </a:defRPr>
            </a:lvl3pPr>
            <a:lvl4pPr>
              <a:defRPr sz="1200">
                <a:solidFill>
                  <a:srgbClr val="13202C"/>
                </a:solidFill>
              </a:defRPr>
            </a:lvl4pPr>
            <a:lvl5pPr>
              <a:defRPr sz="1200">
                <a:solidFill>
                  <a:srgbClr val="13202C"/>
                </a:solidFill>
              </a:defRPr>
            </a:lvl5pPr>
            <a:lvl6pPr>
              <a:defRPr sz="1200">
                <a:solidFill>
                  <a:srgbClr val="13202C"/>
                </a:solidFill>
              </a:defRPr>
            </a:lvl6pPr>
            <a:lvl7pPr>
              <a:defRPr sz="1200">
                <a:solidFill>
                  <a:srgbClr val="13202C"/>
                </a:solidFill>
              </a:defRPr>
            </a:lvl7pPr>
            <a:lvl8pPr>
              <a:defRPr sz="1200">
                <a:solidFill>
                  <a:srgbClr val="13202C"/>
                </a:solidFill>
              </a:defRPr>
            </a:lvl8pPr>
            <a:lvl9pPr>
              <a:defRPr sz="1200">
                <a:solidFill>
                  <a:srgbClr val="13202C"/>
                </a:solidFill>
              </a:defRPr>
            </a:lvl9pPr>
          </a:lstStyle>
          <a:p xmlns:a="http://schemas.openxmlformats.org/drawingml/2006/main">
            <a:pPr>
              <a:defRPr sz="1200">
                <a:solidFill>
                  <a:srgbClr val="13202C"/>
                </a:solidFill>
              </a:defRPr>
            </a:pPr>
            <a:r>
              <a:rPr sz="1200">
                <a:solidFill>
                  <a:srgbClr val="13202C"/>
                </a:solidFill>
              </a:rPr>
              <a:t>Attendance, behaviour standing, and fee status appear beside the results.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BEF465-26DA-4AA6-8905-35191060D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4958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B8A72"/>
                </a:solidFill>
              </a:defRPr>
            </a:defPPr>
            <a:lvl1pPr>
              <a:defRPr sz="1275" b="1">
                <a:solidFill>
                  <a:srgbClr val="1B8A72"/>
                </a:solidFill>
              </a:defRPr>
            </a:lvl1pPr>
            <a:lvl2pPr>
              <a:defRPr sz="1275" b="1">
                <a:solidFill>
                  <a:srgbClr val="1B8A72"/>
                </a:solidFill>
              </a:defRPr>
            </a:lvl2pPr>
            <a:lvl3pPr>
              <a:defRPr sz="1275" b="1">
                <a:solidFill>
                  <a:srgbClr val="1B8A72"/>
                </a:solidFill>
              </a:defRPr>
            </a:lvl3pPr>
            <a:lvl4pPr>
              <a:defRPr sz="1275" b="1">
                <a:solidFill>
                  <a:srgbClr val="1B8A72"/>
                </a:solidFill>
              </a:defRPr>
            </a:lvl4pPr>
            <a:lvl5pPr>
              <a:defRPr sz="1275" b="1">
                <a:solidFill>
                  <a:srgbClr val="1B8A72"/>
                </a:solidFill>
              </a:defRPr>
            </a:lvl5pPr>
            <a:lvl6pPr>
              <a:defRPr sz="1275" b="1">
                <a:solidFill>
                  <a:srgbClr val="1B8A72"/>
                </a:solidFill>
              </a:defRPr>
            </a:lvl6pPr>
            <a:lvl7pPr>
              <a:defRPr sz="1275" b="1">
                <a:solidFill>
                  <a:srgbClr val="1B8A72"/>
                </a:solidFill>
              </a:defRPr>
            </a:lvl7pPr>
            <a:lvl8pPr>
              <a:defRPr sz="1275" b="1">
                <a:solidFill>
                  <a:srgbClr val="1B8A72"/>
                </a:solidFill>
              </a:defRPr>
            </a:lvl8pPr>
            <a:lvl9pPr>
              <a:defRPr sz="1275" b="1">
                <a:solidFill>
                  <a:srgbClr val="1B8A72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B8A72"/>
                </a:solidFill>
              </a:defRPr>
            </a:pPr>
            <a:r>
              <a:rPr sz="1275" b="1">
                <a:solidFill>
                  <a:srgbClr val="1B8A72"/>
                </a:solidFill>
              </a:rPr>
              <a:t>Distribution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38E02F-C307-4507-9BE2-7F8C8BB0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1965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3202C"/>
                </a:solidFill>
              </a:defRPr>
            </a:defPPr>
            <a:lvl1pPr>
              <a:defRPr sz="1200">
                <a:solidFill>
                  <a:srgbClr val="13202C"/>
                </a:solidFill>
              </a:defRPr>
            </a:lvl1pPr>
            <a:lvl2pPr>
              <a:defRPr sz="1200">
                <a:solidFill>
                  <a:srgbClr val="13202C"/>
                </a:solidFill>
              </a:defRPr>
            </a:lvl2pPr>
            <a:lvl3pPr>
              <a:defRPr sz="1200">
                <a:solidFill>
                  <a:srgbClr val="13202C"/>
                </a:solidFill>
              </a:defRPr>
            </a:lvl3pPr>
            <a:lvl4pPr>
              <a:defRPr sz="1200">
                <a:solidFill>
                  <a:srgbClr val="13202C"/>
                </a:solidFill>
              </a:defRPr>
            </a:lvl4pPr>
            <a:lvl5pPr>
              <a:defRPr sz="1200">
                <a:solidFill>
                  <a:srgbClr val="13202C"/>
                </a:solidFill>
              </a:defRPr>
            </a:lvl5pPr>
            <a:lvl6pPr>
              <a:defRPr sz="1200">
                <a:solidFill>
                  <a:srgbClr val="13202C"/>
                </a:solidFill>
              </a:defRPr>
            </a:lvl6pPr>
            <a:lvl7pPr>
              <a:defRPr sz="1200">
                <a:solidFill>
                  <a:srgbClr val="13202C"/>
                </a:solidFill>
              </a:defRPr>
            </a:lvl7pPr>
            <a:lvl8pPr>
              <a:defRPr sz="1200">
                <a:solidFill>
                  <a:srgbClr val="13202C"/>
                </a:solidFill>
              </a:defRPr>
            </a:lvl8pPr>
            <a:lvl9pPr>
              <a:defRPr sz="1200">
                <a:solidFill>
                  <a:srgbClr val="13202C"/>
                </a:solidFill>
              </a:defRPr>
            </a:lvl9pPr>
          </a:lstStyle>
          <a:p xmlns:a="http://schemas.openxmlformats.org/drawingml/2006/main">
            <a:pPr>
              <a:defRPr sz="1200">
                <a:solidFill>
                  <a:srgbClr val="13202C"/>
                </a:solidFill>
              </a:defRPr>
            </a:pPr>
            <a:r>
              <a:rPr sz="1200">
                <a:solidFill>
                  <a:srgbClr val="13202C"/>
                </a:solidFill>
              </a:rPr>
              <a:t>Authorized staff preview the report and download a PDF for approved use.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93FBD9-E9AB-4E15-8B1E-4289245B0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6578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>
                <a:solidFill>
                  <a:srgbClr val="5D6873"/>
                </a:solidFill>
              </a:defRPr>
            </a:defPPr>
            <a:lvl1pPr>
              <a:defRPr sz="975">
                <a:solidFill>
                  <a:srgbClr val="5D6873"/>
                </a:solidFill>
              </a:defRPr>
            </a:lvl1pPr>
            <a:lvl2pPr>
              <a:defRPr sz="975">
                <a:solidFill>
                  <a:srgbClr val="5D6873"/>
                </a:solidFill>
              </a:defRPr>
            </a:lvl2pPr>
            <a:lvl3pPr>
              <a:defRPr sz="975">
                <a:solidFill>
                  <a:srgbClr val="5D6873"/>
                </a:solidFill>
              </a:defRPr>
            </a:lvl3pPr>
            <a:lvl4pPr>
              <a:defRPr sz="975">
                <a:solidFill>
                  <a:srgbClr val="5D6873"/>
                </a:solidFill>
              </a:defRPr>
            </a:lvl4pPr>
            <a:lvl5pPr>
              <a:defRPr sz="975">
                <a:solidFill>
                  <a:srgbClr val="5D6873"/>
                </a:solidFill>
              </a:defRPr>
            </a:lvl5pPr>
            <a:lvl6pPr>
              <a:defRPr sz="975">
                <a:solidFill>
                  <a:srgbClr val="5D6873"/>
                </a:solidFill>
              </a:defRPr>
            </a:lvl6pPr>
            <a:lvl7pPr>
              <a:defRPr sz="975">
                <a:solidFill>
                  <a:srgbClr val="5D6873"/>
                </a:solidFill>
              </a:defRPr>
            </a:lvl7pPr>
            <a:lvl8pPr>
              <a:defRPr sz="975">
                <a:solidFill>
                  <a:srgbClr val="5D6873"/>
                </a:solidFill>
              </a:defRPr>
            </a:lvl8pPr>
            <a:lvl9pPr>
              <a:defRPr sz="975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>
              <a:defRPr sz="975">
                <a:solidFill>
                  <a:srgbClr val="5D6873"/>
                </a:solidFill>
              </a:defRPr>
            </a:pPr>
            <a:r>
              <a:rPr sz="975">
                <a:solidFill>
                  <a:srgbClr val="5D6873"/>
                </a:solidFill>
              </a:rPr>
              <a:t>Synthetic demonstration record</a:t>
            </a:r>
          </a:p>
        </p:txBody>
      </p:sp>
    </p:spTree>
    <p:extLst>
      <p:ext uri="{BB962C8B-B14F-4D97-AF65-F5344CB8AC3E}">
        <p14:creationId xmlns:p14="http://schemas.microsoft.com/office/powerpoint/2010/main" val="13919914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4F42C1-8210-4C32-817A-E40E01DE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F315D"/>
                </a:solidFill>
              </a:defRPr>
            </a:defPPr>
            <a:lvl1pPr>
              <a:defRPr sz="2400" b="1">
                <a:solidFill>
                  <a:srgbClr val="0F315D"/>
                </a:solidFill>
              </a:defRPr>
            </a:lvl1pPr>
            <a:lvl2pPr>
              <a:defRPr sz="2400" b="1">
                <a:solidFill>
                  <a:srgbClr val="0F315D"/>
                </a:solidFill>
              </a:defRPr>
            </a:lvl2pPr>
            <a:lvl3pPr>
              <a:defRPr sz="2400" b="1">
                <a:solidFill>
                  <a:srgbClr val="0F315D"/>
                </a:solidFill>
              </a:defRPr>
            </a:lvl3pPr>
            <a:lvl4pPr>
              <a:defRPr sz="2400" b="1">
                <a:solidFill>
                  <a:srgbClr val="0F315D"/>
                </a:solidFill>
              </a:defRPr>
            </a:lvl4pPr>
            <a:lvl5pPr>
              <a:defRPr sz="2400" b="1">
                <a:solidFill>
                  <a:srgbClr val="0F315D"/>
                </a:solidFill>
              </a:defRPr>
            </a:lvl5pPr>
            <a:lvl6pPr>
              <a:defRPr sz="2400" b="1">
                <a:solidFill>
                  <a:srgbClr val="0F315D"/>
                </a:solidFill>
              </a:defRPr>
            </a:lvl6pPr>
            <a:lvl7pPr>
              <a:defRPr sz="2400" b="1">
                <a:solidFill>
                  <a:srgbClr val="0F315D"/>
                </a:solidFill>
              </a:defRPr>
            </a:lvl7pPr>
            <a:lvl8pPr>
              <a:defRPr sz="2400" b="1">
                <a:solidFill>
                  <a:srgbClr val="0F315D"/>
                </a:solidFill>
              </a:defRPr>
            </a:lvl8pPr>
            <a:lvl9pPr>
              <a:defRPr sz="2400" b="1">
                <a:solidFill>
                  <a:srgbClr val="0F315D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F315D"/>
                </a:solidFill>
              </a:defRPr>
            </a:pPr>
            <a:r>
              <a:rPr sz="2400" b="1">
                <a:solidFill>
                  <a:srgbClr val="0F315D"/>
                </a:solidFill>
              </a:rPr>
              <a:t>Faster data intake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34AC65-9B24-433B-A29B-DF4EADE6C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953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5D6873"/>
                </a:solidFill>
              </a:defRPr>
            </a:defPPr>
            <a:lvl1pPr>
              <a:defRPr sz="1275">
                <a:solidFill>
                  <a:srgbClr val="5D6873"/>
                </a:solidFill>
              </a:defRPr>
            </a:lvl1pPr>
            <a:lvl2pPr>
              <a:defRPr sz="1275">
                <a:solidFill>
                  <a:srgbClr val="5D6873"/>
                </a:solidFill>
              </a:defRPr>
            </a:lvl2pPr>
            <a:lvl3pPr>
              <a:defRPr sz="1275">
                <a:solidFill>
                  <a:srgbClr val="5D6873"/>
                </a:solidFill>
              </a:defRPr>
            </a:lvl3pPr>
            <a:lvl4pPr>
              <a:defRPr sz="1275">
                <a:solidFill>
                  <a:srgbClr val="5D6873"/>
                </a:solidFill>
              </a:defRPr>
            </a:lvl4pPr>
            <a:lvl5pPr>
              <a:defRPr sz="1275">
                <a:solidFill>
                  <a:srgbClr val="5D6873"/>
                </a:solidFill>
              </a:defRPr>
            </a:lvl5pPr>
            <a:lvl6pPr>
              <a:defRPr sz="1275">
                <a:solidFill>
                  <a:srgbClr val="5D6873"/>
                </a:solidFill>
              </a:defRPr>
            </a:lvl6pPr>
            <a:lvl7pPr>
              <a:defRPr sz="1275">
                <a:solidFill>
                  <a:srgbClr val="5D6873"/>
                </a:solidFill>
              </a:defRPr>
            </a:lvl7pPr>
            <a:lvl8pPr>
              <a:defRPr sz="1275">
                <a:solidFill>
                  <a:srgbClr val="5D6873"/>
                </a:solidFill>
              </a:defRPr>
            </a:lvl8pPr>
            <a:lvl9pPr>
              <a:defRPr sz="1275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>
              <a:defRPr sz="1275">
                <a:solidFill>
                  <a:srgbClr val="5D6873"/>
                </a:solidFill>
              </a:defRPr>
            </a:pPr>
            <a:r>
              <a:rPr sz="1275">
                <a:solidFill>
                  <a:srgbClr val="5D6873"/>
                </a:solidFill>
              </a:rPr>
              <a:t>Capture methods can match the records a school already has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CCD6A5-F5A1-43D4-8EA9-4A866DB7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2862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125" b="1">
                <a:solidFill>
                  <a:srgbClr val="0B6FA4"/>
                </a:solidFill>
              </a:defRPr>
            </a:defPPr>
            <a:lvl1pPr algn="r">
              <a:defRPr sz="1125" b="1">
                <a:solidFill>
                  <a:srgbClr val="0B6FA4"/>
                </a:solidFill>
              </a:defRPr>
            </a:lvl1pPr>
            <a:lvl2pPr algn="r">
              <a:defRPr sz="1125" b="1">
                <a:solidFill>
                  <a:srgbClr val="0B6FA4"/>
                </a:solidFill>
              </a:defRPr>
            </a:lvl2pPr>
            <a:lvl3pPr algn="r">
              <a:defRPr sz="1125" b="1">
                <a:solidFill>
                  <a:srgbClr val="0B6FA4"/>
                </a:solidFill>
              </a:defRPr>
            </a:lvl3pPr>
            <a:lvl4pPr algn="r">
              <a:defRPr sz="1125" b="1">
                <a:solidFill>
                  <a:srgbClr val="0B6FA4"/>
                </a:solidFill>
              </a:defRPr>
            </a:lvl4pPr>
            <a:lvl5pPr algn="r">
              <a:defRPr sz="1125" b="1">
                <a:solidFill>
                  <a:srgbClr val="0B6FA4"/>
                </a:solidFill>
              </a:defRPr>
            </a:lvl5pPr>
            <a:lvl6pPr algn="r">
              <a:defRPr sz="1125" b="1">
                <a:solidFill>
                  <a:srgbClr val="0B6FA4"/>
                </a:solidFill>
              </a:defRPr>
            </a:lvl6pPr>
            <a:lvl7pPr algn="r">
              <a:defRPr sz="1125" b="1">
                <a:solidFill>
                  <a:srgbClr val="0B6FA4"/>
                </a:solidFill>
              </a:defRPr>
            </a:lvl7pPr>
            <a:lvl8pPr algn="r">
              <a:defRPr sz="1125" b="1">
                <a:solidFill>
                  <a:srgbClr val="0B6FA4"/>
                </a:solidFill>
              </a:defRPr>
            </a:lvl8pPr>
            <a:lvl9pPr algn="r">
              <a:defRPr sz="1125" b="1">
                <a:solidFill>
                  <a:srgbClr val="0B6FA4"/>
                </a:solidFill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0B6FA4"/>
                </a:solidFill>
              </a:defRPr>
            </a:pPr>
            <a:r>
              <a:rPr sz="1125" b="1">
                <a:solidFill>
                  <a:srgbClr val="0B6FA4"/>
                </a:solidFill>
              </a:rPr>
              <a:t>NEXATECH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355736-E111-489F-BDA8-FBC8586F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9C148B-12F0-4282-94F1-81DF7D147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>
                <a:solidFill>
                  <a:srgbClr val="5D6873"/>
                </a:solidFill>
              </a:defRPr>
            </a:defPPr>
            <a:lvl1pPr algn="r">
              <a:defRPr sz="900">
                <a:solidFill>
                  <a:srgbClr val="5D6873"/>
                </a:solidFill>
              </a:defRPr>
            </a:lvl1pPr>
            <a:lvl2pPr algn="r">
              <a:defRPr sz="900">
                <a:solidFill>
                  <a:srgbClr val="5D6873"/>
                </a:solidFill>
              </a:defRPr>
            </a:lvl2pPr>
            <a:lvl3pPr algn="r">
              <a:defRPr sz="900">
                <a:solidFill>
                  <a:srgbClr val="5D6873"/>
                </a:solidFill>
              </a:defRPr>
            </a:lvl3pPr>
            <a:lvl4pPr algn="r">
              <a:defRPr sz="900">
                <a:solidFill>
                  <a:srgbClr val="5D6873"/>
                </a:solidFill>
              </a:defRPr>
            </a:lvl4pPr>
            <a:lvl5pPr algn="r">
              <a:defRPr sz="900">
                <a:solidFill>
                  <a:srgbClr val="5D6873"/>
                </a:solidFill>
              </a:defRPr>
            </a:lvl5pPr>
            <a:lvl6pPr algn="r">
              <a:defRPr sz="900">
                <a:solidFill>
                  <a:srgbClr val="5D6873"/>
                </a:solidFill>
              </a:defRPr>
            </a:lvl6pPr>
            <a:lvl7pPr algn="r">
              <a:defRPr sz="900">
                <a:solidFill>
                  <a:srgbClr val="5D6873"/>
                </a:solidFill>
              </a:defRPr>
            </a:lvl7pPr>
            <a:lvl8pPr algn="r">
              <a:defRPr sz="900">
                <a:solidFill>
                  <a:srgbClr val="5D6873"/>
                </a:solidFill>
              </a:defRPr>
            </a:lvl8pPr>
            <a:lvl9pPr algn="r">
              <a:defRPr sz="90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r">
              <a:defRPr sz="900">
                <a:solidFill>
                  <a:srgbClr val="5D6873"/>
                </a:solidFill>
              </a:defRPr>
            </a:pPr>
            <a:r>
              <a:rPr sz="900">
                <a:solidFill>
                  <a:srgbClr val="5D6873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8F7709-5976-4C0E-94DB-2CA6D798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B8A72"/>
                </a:solidFill>
              </a:defRPr>
            </a:defPPr>
            <a:lvl1pPr>
              <a:defRPr sz="1575" b="1">
                <a:solidFill>
                  <a:srgbClr val="1B8A72"/>
                </a:solidFill>
              </a:defRPr>
            </a:lvl1pPr>
            <a:lvl2pPr>
              <a:defRPr sz="1575" b="1">
                <a:solidFill>
                  <a:srgbClr val="1B8A72"/>
                </a:solidFill>
              </a:defRPr>
            </a:lvl2pPr>
            <a:lvl3pPr>
              <a:defRPr sz="1575" b="1">
                <a:solidFill>
                  <a:srgbClr val="1B8A72"/>
                </a:solidFill>
              </a:defRPr>
            </a:lvl3pPr>
            <a:lvl4pPr>
              <a:defRPr sz="1575" b="1">
                <a:solidFill>
                  <a:srgbClr val="1B8A72"/>
                </a:solidFill>
              </a:defRPr>
            </a:lvl4pPr>
            <a:lvl5pPr>
              <a:defRPr sz="1575" b="1">
                <a:solidFill>
                  <a:srgbClr val="1B8A72"/>
                </a:solidFill>
              </a:defRPr>
            </a:lvl5pPr>
            <a:lvl6pPr>
              <a:defRPr sz="1575" b="1">
                <a:solidFill>
                  <a:srgbClr val="1B8A72"/>
                </a:solidFill>
              </a:defRPr>
            </a:lvl6pPr>
            <a:lvl7pPr>
              <a:defRPr sz="1575" b="1">
                <a:solidFill>
                  <a:srgbClr val="1B8A72"/>
                </a:solidFill>
              </a:defRPr>
            </a:lvl7pPr>
            <a:lvl8pPr>
              <a:defRPr sz="1575" b="1">
                <a:solidFill>
                  <a:srgbClr val="1B8A72"/>
                </a:solidFill>
              </a:defRPr>
            </a:lvl8pPr>
            <a:lvl9pPr>
              <a:defRPr sz="1575" b="1">
                <a:solidFill>
                  <a:srgbClr val="1B8A72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B8A72"/>
                </a:solidFill>
              </a:defRPr>
            </a:pPr>
            <a:r>
              <a:rPr sz="1575" b="1">
                <a:solidFill>
                  <a:srgbClr val="1B8A72"/>
                </a:solidFill>
              </a:rPr>
              <a:t>Available now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0E792C-BF2B-41D0-A4C0-97C627F6E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3143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13202C"/>
                </a:solidFill>
              </a:defRPr>
            </a:defPPr>
            <a:lvl1pPr>
              <a:defRPr sz="1350">
                <a:solidFill>
                  <a:srgbClr val="13202C"/>
                </a:solidFill>
              </a:defRPr>
            </a:lvl1pPr>
            <a:lvl2pPr>
              <a:defRPr sz="1350">
                <a:solidFill>
                  <a:srgbClr val="13202C"/>
                </a:solidFill>
              </a:defRPr>
            </a:lvl2pPr>
            <a:lvl3pPr>
              <a:defRPr sz="1350">
                <a:solidFill>
                  <a:srgbClr val="13202C"/>
                </a:solidFill>
              </a:defRPr>
            </a:lvl3pPr>
            <a:lvl4pPr>
              <a:defRPr sz="1350">
                <a:solidFill>
                  <a:srgbClr val="13202C"/>
                </a:solidFill>
              </a:defRPr>
            </a:lvl4pPr>
            <a:lvl5pPr>
              <a:defRPr sz="1350">
                <a:solidFill>
                  <a:srgbClr val="13202C"/>
                </a:solidFill>
              </a:defRPr>
            </a:lvl5pPr>
            <a:lvl6pPr>
              <a:defRPr sz="1350">
                <a:solidFill>
                  <a:srgbClr val="13202C"/>
                </a:solidFill>
              </a:defRPr>
            </a:lvl6pPr>
            <a:lvl7pPr>
              <a:defRPr sz="1350">
                <a:solidFill>
                  <a:srgbClr val="13202C"/>
                </a:solidFill>
              </a:defRPr>
            </a:lvl7pPr>
            <a:lvl8pPr>
              <a:defRPr sz="1350">
                <a:solidFill>
                  <a:srgbClr val="13202C"/>
                </a:solidFill>
              </a:defRPr>
            </a:lvl8pPr>
            <a:lvl9pPr>
              <a:defRPr sz="1350">
                <a:solidFill>
                  <a:srgbClr val="13202C"/>
                </a:solidFill>
              </a:defRPr>
            </a:lvl9pPr>
          </a:lstStyle>
          <a:p xmlns:a="http://schemas.openxmlformats.org/drawingml/2006/main">
            <a:pPr>
              <a:defRPr sz="1350">
                <a:solidFill>
                  <a:srgbClr val="13202C"/>
                </a:solidFill>
              </a:defRPr>
            </a:pPr>
            <a:r>
              <a:rPr sz="1350">
                <a:solidFill>
                  <a:srgbClr val="13202C"/>
                </a:solidFill>
              </a:rPr>
              <a:t>Keyboard entry and spreadsheet column paste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13202C"/>
                </a:solidFill>
              </a:defRPr>
            </a:pPr>
            <a:r>
              <a:rPr sz="1350">
                <a:solidFill>
                  <a:srgbClr val="13202C"/>
                </a:solidFill>
              </a:rPr>
              <a:t>Roster based marks capture with validation and autosave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13202C"/>
                </a:solidFill>
              </a:defRPr>
            </a:pPr>
            <a:r>
              <a:rPr sz="1350">
                <a:solidFill>
                  <a:srgbClr val="13202C"/>
                </a:solidFill>
              </a:rPr>
              <a:t>Bulk grade API with duplicate safe updates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9B2ABF-67E9-4F44-A672-74E4408FC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76400"/>
            <a:ext cx="9525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543BF7-D964-453B-AA2D-1AD2AFD47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573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B6FA4"/>
                </a:solidFill>
              </a:defRPr>
            </a:defPPr>
            <a:lvl1pPr>
              <a:defRPr sz="1575" b="1">
                <a:solidFill>
                  <a:srgbClr val="0B6FA4"/>
                </a:solidFill>
              </a:defRPr>
            </a:lvl1pPr>
            <a:lvl2pPr>
              <a:defRPr sz="1575" b="1">
                <a:solidFill>
                  <a:srgbClr val="0B6FA4"/>
                </a:solidFill>
              </a:defRPr>
            </a:lvl2pPr>
            <a:lvl3pPr>
              <a:defRPr sz="1575" b="1">
                <a:solidFill>
                  <a:srgbClr val="0B6FA4"/>
                </a:solidFill>
              </a:defRPr>
            </a:lvl3pPr>
            <a:lvl4pPr>
              <a:defRPr sz="1575" b="1">
                <a:solidFill>
                  <a:srgbClr val="0B6FA4"/>
                </a:solidFill>
              </a:defRPr>
            </a:lvl4pPr>
            <a:lvl5pPr>
              <a:defRPr sz="1575" b="1">
                <a:solidFill>
                  <a:srgbClr val="0B6FA4"/>
                </a:solidFill>
              </a:defRPr>
            </a:lvl5pPr>
            <a:lvl6pPr>
              <a:defRPr sz="1575" b="1">
                <a:solidFill>
                  <a:srgbClr val="0B6FA4"/>
                </a:solidFill>
              </a:defRPr>
            </a:lvl6pPr>
            <a:lvl7pPr>
              <a:defRPr sz="1575" b="1">
                <a:solidFill>
                  <a:srgbClr val="0B6FA4"/>
                </a:solidFill>
              </a:defRPr>
            </a:lvl7pPr>
            <a:lvl8pPr>
              <a:defRPr sz="1575" b="1">
                <a:solidFill>
                  <a:srgbClr val="0B6FA4"/>
                </a:solidFill>
              </a:defRPr>
            </a:lvl8pPr>
            <a:lvl9pPr>
              <a:defRPr sz="1575" b="1">
                <a:solidFill>
                  <a:srgbClr val="0B6FA4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B6FA4"/>
                </a:solidFill>
              </a:defRPr>
            </a:pPr>
            <a:r>
              <a:rPr sz="1575" b="1">
                <a:solidFill>
                  <a:srgbClr val="0B6FA4"/>
                </a:solidFill>
              </a:rPr>
              <a:t>Pilot configuration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58A17C-EF94-4FF2-B69C-DFCA9F6A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14550"/>
            <a:ext cx="3143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13202C"/>
                </a:solidFill>
              </a:defRPr>
            </a:defPPr>
            <a:lvl1pPr>
              <a:defRPr sz="1350">
                <a:solidFill>
                  <a:srgbClr val="13202C"/>
                </a:solidFill>
              </a:defRPr>
            </a:lvl1pPr>
            <a:lvl2pPr>
              <a:defRPr sz="1350">
                <a:solidFill>
                  <a:srgbClr val="13202C"/>
                </a:solidFill>
              </a:defRPr>
            </a:lvl2pPr>
            <a:lvl3pPr>
              <a:defRPr sz="1350">
                <a:solidFill>
                  <a:srgbClr val="13202C"/>
                </a:solidFill>
              </a:defRPr>
            </a:lvl3pPr>
            <a:lvl4pPr>
              <a:defRPr sz="1350">
                <a:solidFill>
                  <a:srgbClr val="13202C"/>
                </a:solidFill>
              </a:defRPr>
            </a:lvl4pPr>
            <a:lvl5pPr>
              <a:defRPr sz="1350">
                <a:solidFill>
                  <a:srgbClr val="13202C"/>
                </a:solidFill>
              </a:defRPr>
            </a:lvl5pPr>
            <a:lvl6pPr>
              <a:defRPr sz="1350">
                <a:solidFill>
                  <a:srgbClr val="13202C"/>
                </a:solidFill>
              </a:defRPr>
            </a:lvl6pPr>
            <a:lvl7pPr>
              <a:defRPr sz="1350">
                <a:solidFill>
                  <a:srgbClr val="13202C"/>
                </a:solidFill>
              </a:defRPr>
            </a:lvl7pPr>
            <a:lvl8pPr>
              <a:defRPr sz="1350">
                <a:solidFill>
                  <a:srgbClr val="13202C"/>
                </a:solidFill>
              </a:defRPr>
            </a:lvl8pPr>
            <a:lvl9pPr>
              <a:defRPr sz="1350">
                <a:solidFill>
                  <a:srgbClr val="13202C"/>
                </a:solidFill>
              </a:defRPr>
            </a:lvl9pPr>
          </a:lstStyle>
          <a:p xmlns:a="http://schemas.openxmlformats.org/drawingml/2006/main">
            <a:pPr>
              <a:defRPr sz="1350">
                <a:solidFill>
                  <a:srgbClr val="13202C"/>
                </a:solidFill>
              </a:defRPr>
            </a:pPr>
            <a:r>
              <a:rPr sz="1350">
                <a:solidFill>
                  <a:srgbClr val="13202C"/>
                </a:solidFill>
              </a:rPr>
              <a:t>CSV or spreadsheet upload for learners, guardians, classes, and marks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13202C"/>
                </a:solidFill>
              </a:defRPr>
            </a:pPr>
            <a:r>
              <a:rPr sz="1350">
                <a:solidFill>
                  <a:srgbClr val="13202C"/>
                </a:solidFill>
              </a:rPr>
              <a:t>Column mapping, row validation, error file, and approval before import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13202C"/>
                </a:solidFill>
              </a:defRPr>
            </a:pPr>
            <a:r>
              <a:rPr sz="1350">
                <a:solidFill>
                  <a:srgbClr val="13202C"/>
                </a:solidFill>
              </a:rPr>
              <a:t>Reusable intake templates for each school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AA4384-0A65-43A5-9C99-3D6CBE71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76400"/>
            <a:ext cx="9525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8CD4CF-625A-4D8D-8608-AB0DDC60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573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6D28D9"/>
                </a:solidFill>
              </a:defRPr>
            </a:defPPr>
            <a:lvl1pPr>
              <a:defRPr sz="1575" b="1">
                <a:solidFill>
                  <a:srgbClr val="6D28D9"/>
                </a:solidFill>
              </a:defRPr>
            </a:lvl1pPr>
            <a:lvl2pPr>
              <a:defRPr sz="1575" b="1">
                <a:solidFill>
                  <a:srgbClr val="6D28D9"/>
                </a:solidFill>
              </a:defRPr>
            </a:lvl2pPr>
            <a:lvl3pPr>
              <a:defRPr sz="1575" b="1">
                <a:solidFill>
                  <a:srgbClr val="6D28D9"/>
                </a:solidFill>
              </a:defRPr>
            </a:lvl3pPr>
            <a:lvl4pPr>
              <a:defRPr sz="1575" b="1">
                <a:solidFill>
                  <a:srgbClr val="6D28D9"/>
                </a:solidFill>
              </a:defRPr>
            </a:lvl4pPr>
            <a:lvl5pPr>
              <a:defRPr sz="1575" b="1">
                <a:solidFill>
                  <a:srgbClr val="6D28D9"/>
                </a:solidFill>
              </a:defRPr>
            </a:lvl5pPr>
            <a:lvl6pPr>
              <a:defRPr sz="1575" b="1">
                <a:solidFill>
                  <a:srgbClr val="6D28D9"/>
                </a:solidFill>
              </a:defRPr>
            </a:lvl6pPr>
            <a:lvl7pPr>
              <a:defRPr sz="1575" b="1">
                <a:solidFill>
                  <a:srgbClr val="6D28D9"/>
                </a:solidFill>
              </a:defRPr>
            </a:lvl7pPr>
            <a:lvl8pPr>
              <a:defRPr sz="1575" b="1">
                <a:solidFill>
                  <a:srgbClr val="6D28D9"/>
                </a:solidFill>
              </a:defRPr>
            </a:lvl8pPr>
            <a:lvl9pPr>
              <a:defRPr sz="1575" b="1">
                <a:solidFill>
                  <a:srgbClr val="6D28D9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6D28D9"/>
                </a:solidFill>
              </a:defRPr>
            </a:pPr>
            <a:r>
              <a:rPr sz="1575" b="1">
                <a:solidFill>
                  <a:srgbClr val="6D28D9"/>
                </a:solidFill>
              </a:rPr>
              <a:t>Optional extension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B1B284-F77A-4C94-81C2-5D4AACC7F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14550"/>
            <a:ext cx="3143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13202C"/>
                </a:solidFill>
              </a:defRPr>
            </a:defPPr>
            <a:lvl1pPr>
              <a:defRPr sz="1350">
                <a:solidFill>
                  <a:srgbClr val="13202C"/>
                </a:solidFill>
              </a:defRPr>
            </a:lvl1pPr>
            <a:lvl2pPr>
              <a:defRPr sz="1350">
                <a:solidFill>
                  <a:srgbClr val="13202C"/>
                </a:solidFill>
              </a:defRPr>
            </a:lvl2pPr>
            <a:lvl3pPr>
              <a:defRPr sz="1350">
                <a:solidFill>
                  <a:srgbClr val="13202C"/>
                </a:solidFill>
              </a:defRPr>
            </a:lvl3pPr>
            <a:lvl4pPr>
              <a:defRPr sz="1350">
                <a:solidFill>
                  <a:srgbClr val="13202C"/>
                </a:solidFill>
              </a:defRPr>
            </a:lvl4pPr>
            <a:lvl5pPr>
              <a:defRPr sz="1350">
                <a:solidFill>
                  <a:srgbClr val="13202C"/>
                </a:solidFill>
              </a:defRPr>
            </a:lvl5pPr>
            <a:lvl6pPr>
              <a:defRPr sz="1350">
                <a:solidFill>
                  <a:srgbClr val="13202C"/>
                </a:solidFill>
              </a:defRPr>
            </a:lvl6pPr>
            <a:lvl7pPr>
              <a:defRPr sz="1350">
                <a:solidFill>
                  <a:srgbClr val="13202C"/>
                </a:solidFill>
              </a:defRPr>
            </a:lvl7pPr>
            <a:lvl8pPr>
              <a:defRPr sz="1350">
                <a:solidFill>
                  <a:srgbClr val="13202C"/>
                </a:solidFill>
              </a:defRPr>
            </a:lvl8pPr>
            <a:lvl9pPr>
              <a:defRPr sz="1350">
                <a:solidFill>
                  <a:srgbClr val="13202C"/>
                </a:solidFill>
              </a:defRPr>
            </a:lvl9pPr>
          </a:lstStyle>
          <a:p xmlns:a="http://schemas.openxmlformats.org/drawingml/2006/main">
            <a:pPr>
              <a:defRPr sz="1350">
                <a:solidFill>
                  <a:srgbClr val="13202C"/>
                </a:solidFill>
              </a:defRPr>
            </a:pPr>
            <a:r>
              <a:rPr sz="1350">
                <a:solidFill>
                  <a:srgbClr val="13202C"/>
                </a:solidFill>
              </a:rPr>
              <a:t>OCR assisted capture from scanned forms or photographed mark sheets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13202C"/>
                </a:solidFill>
              </a:defRPr>
            </a:pPr>
            <a:r>
              <a:rPr sz="1350">
                <a:solidFill>
                  <a:srgbClr val="13202C"/>
                </a:solidFill>
              </a:rPr>
              <a:t>Human review of extracted fields before anything reaches the school record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13202C"/>
                </a:solidFill>
              </a:defRPr>
            </a:pPr>
            <a:r>
              <a:rPr sz="1350">
                <a:solidFill>
                  <a:srgbClr val="13202C"/>
                </a:solidFill>
              </a:rPr>
              <a:t>Quoted as custom work after sample documents are tested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6B8137-C46C-49F0-B8F6-136A334CA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1064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9C4612-EB5E-4C5C-9D7C-A2075FF5A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43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F315D"/>
                </a:solidFill>
              </a:defRPr>
            </a:defPPr>
            <a:lvl1pPr>
              <a:defRPr sz="1425" b="1">
                <a:solidFill>
                  <a:srgbClr val="0F315D"/>
                </a:solidFill>
              </a:defRPr>
            </a:lvl1pPr>
            <a:lvl2pPr>
              <a:defRPr sz="1425" b="1">
                <a:solidFill>
                  <a:srgbClr val="0F315D"/>
                </a:solidFill>
              </a:defRPr>
            </a:lvl2pPr>
            <a:lvl3pPr>
              <a:defRPr sz="1425" b="1">
                <a:solidFill>
                  <a:srgbClr val="0F315D"/>
                </a:solidFill>
              </a:defRPr>
            </a:lvl3pPr>
            <a:lvl4pPr>
              <a:defRPr sz="1425" b="1">
                <a:solidFill>
                  <a:srgbClr val="0F315D"/>
                </a:solidFill>
              </a:defRPr>
            </a:lvl4pPr>
            <a:lvl5pPr>
              <a:defRPr sz="1425" b="1">
                <a:solidFill>
                  <a:srgbClr val="0F315D"/>
                </a:solidFill>
              </a:defRPr>
            </a:lvl5pPr>
            <a:lvl6pPr>
              <a:defRPr sz="1425" b="1">
                <a:solidFill>
                  <a:srgbClr val="0F315D"/>
                </a:solidFill>
              </a:defRPr>
            </a:lvl6pPr>
            <a:lvl7pPr>
              <a:defRPr sz="1425" b="1">
                <a:solidFill>
                  <a:srgbClr val="0F315D"/>
                </a:solidFill>
              </a:defRPr>
            </a:lvl7pPr>
            <a:lvl8pPr>
              <a:defRPr sz="1425" b="1">
                <a:solidFill>
                  <a:srgbClr val="0F315D"/>
                </a:solidFill>
              </a:defRPr>
            </a:lvl8pPr>
            <a:lvl9pPr>
              <a:defRPr sz="1425" b="1">
                <a:solidFill>
                  <a:srgbClr val="0F315D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F315D"/>
                </a:solidFill>
              </a:defRPr>
            </a:pPr>
            <a:r>
              <a:rPr sz="1425" b="1">
                <a:solidFill>
                  <a:srgbClr val="0F315D"/>
                </a:solidFill>
              </a:rPr>
              <a:t>Every import should stage data first, explain rejected rows, and require confirmation before committing records.</a:t>
            </a:r>
          </a:p>
        </p:txBody>
      </p:sp>
    </p:spTree>
    <p:extLst>
      <p:ext uri="{BB962C8B-B14F-4D97-AF65-F5344CB8AC3E}">
        <p14:creationId xmlns:p14="http://schemas.microsoft.com/office/powerpoint/2010/main" val="10317273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628226-D2A8-4E0A-AB68-3B358DCC8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F315D"/>
                </a:solidFill>
              </a:defRPr>
            </a:defPPr>
            <a:lvl1pPr>
              <a:defRPr sz="2400" b="1">
                <a:solidFill>
                  <a:srgbClr val="0F315D"/>
                </a:solidFill>
              </a:defRPr>
            </a:lvl1pPr>
            <a:lvl2pPr>
              <a:defRPr sz="2400" b="1">
                <a:solidFill>
                  <a:srgbClr val="0F315D"/>
                </a:solidFill>
              </a:defRPr>
            </a:lvl2pPr>
            <a:lvl3pPr>
              <a:defRPr sz="2400" b="1">
                <a:solidFill>
                  <a:srgbClr val="0F315D"/>
                </a:solidFill>
              </a:defRPr>
            </a:lvl3pPr>
            <a:lvl4pPr>
              <a:defRPr sz="2400" b="1">
                <a:solidFill>
                  <a:srgbClr val="0F315D"/>
                </a:solidFill>
              </a:defRPr>
            </a:lvl4pPr>
            <a:lvl5pPr>
              <a:defRPr sz="2400" b="1">
                <a:solidFill>
                  <a:srgbClr val="0F315D"/>
                </a:solidFill>
              </a:defRPr>
            </a:lvl5pPr>
            <a:lvl6pPr>
              <a:defRPr sz="2400" b="1">
                <a:solidFill>
                  <a:srgbClr val="0F315D"/>
                </a:solidFill>
              </a:defRPr>
            </a:lvl6pPr>
            <a:lvl7pPr>
              <a:defRPr sz="2400" b="1">
                <a:solidFill>
                  <a:srgbClr val="0F315D"/>
                </a:solidFill>
              </a:defRPr>
            </a:lvl7pPr>
            <a:lvl8pPr>
              <a:defRPr sz="2400" b="1">
                <a:solidFill>
                  <a:srgbClr val="0F315D"/>
                </a:solidFill>
              </a:defRPr>
            </a:lvl8pPr>
            <a:lvl9pPr>
              <a:defRPr sz="2400" b="1">
                <a:solidFill>
                  <a:srgbClr val="0F315D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F315D"/>
                </a:solidFill>
              </a:defRPr>
            </a:pPr>
            <a:r>
              <a:rPr sz="2400" b="1">
                <a:solidFill>
                  <a:srgbClr val="0F315D"/>
                </a:solidFill>
              </a:rPr>
              <a:t>Information access and responsibility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D90715-41BD-42BF-8A42-79E4E292A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953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5D6873"/>
                </a:solidFill>
              </a:defRPr>
            </a:defPPr>
            <a:lvl1pPr>
              <a:defRPr sz="1275">
                <a:solidFill>
                  <a:srgbClr val="5D6873"/>
                </a:solidFill>
              </a:defRPr>
            </a:lvl1pPr>
            <a:lvl2pPr>
              <a:defRPr sz="1275">
                <a:solidFill>
                  <a:srgbClr val="5D6873"/>
                </a:solidFill>
              </a:defRPr>
            </a:lvl2pPr>
            <a:lvl3pPr>
              <a:defRPr sz="1275">
                <a:solidFill>
                  <a:srgbClr val="5D6873"/>
                </a:solidFill>
              </a:defRPr>
            </a:lvl3pPr>
            <a:lvl4pPr>
              <a:defRPr sz="1275">
                <a:solidFill>
                  <a:srgbClr val="5D6873"/>
                </a:solidFill>
              </a:defRPr>
            </a:lvl4pPr>
            <a:lvl5pPr>
              <a:defRPr sz="1275">
                <a:solidFill>
                  <a:srgbClr val="5D6873"/>
                </a:solidFill>
              </a:defRPr>
            </a:lvl5pPr>
            <a:lvl6pPr>
              <a:defRPr sz="1275">
                <a:solidFill>
                  <a:srgbClr val="5D6873"/>
                </a:solidFill>
              </a:defRPr>
            </a:lvl6pPr>
            <a:lvl7pPr>
              <a:defRPr sz="1275">
                <a:solidFill>
                  <a:srgbClr val="5D6873"/>
                </a:solidFill>
              </a:defRPr>
            </a:lvl7pPr>
            <a:lvl8pPr>
              <a:defRPr sz="1275">
                <a:solidFill>
                  <a:srgbClr val="5D6873"/>
                </a:solidFill>
              </a:defRPr>
            </a:lvl8pPr>
            <a:lvl9pPr>
              <a:defRPr sz="1275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>
              <a:defRPr sz="1275">
                <a:solidFill>
                  <a:srgbClr val="5D6873"/>
                </a:solidFill>
              </a:defRPr>
            </a:pPr>
            <a:r>
              <a:rPr sz="1275">
                <a:solidFill>
                  <a:srgbClr val="5D6873"/>
                </a:solidFill>
              </a:rPr>
              <a:t>Authorized people can reach the records they need from any connected device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317C91-DBE5-447F-8059-BF545091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2862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125" b="1">
                <a:solidFill>
                  <a:srgbClr val="0B6FA4"/>
                </a:solidFill>
              </a:defRPr>
            </a:defPPr>
            <a:lvl1pPr algn="r">
              <a:defRPr sz="1125" b="1">
                <a:solidFill>
                  <a:srgbClr val="0B6FA4"/>
                </a:solidFill>
              </a:defRPr>
            </a:lvl1pPr>
            <a:lvl2pPr algn="r">
              <a:defRPr sz="1125" b="1">
                <a:solidFill>
                  <a:srgbClr val="0B6FA4"/>
                </a:solidFill>
              </a:defRPr>
            </a:lvl2pPr>
            <a:lvl3pPr algn="r">
              <a:defRPr sz="1125" b="1">
                <a:solidFill>
                  <a:srgbClr val="0B6FA4"/>
                </a:solidFill>
              </a:defRPr>
            </a:lvl3pPr>
            <a:lvl4pPr algn="r">
              <a:defRPr sz="1125" b="1">
                <a:solidFill>
                  <a:srgbClr val="0B6FA4"/>
                </a:solidFill>
              </a:defRPr>
            </a:lvl4pPr>
            <a:lvl5pPr algn="r">
              <a:defRPr sz="1125" b="1">
                <a:solidFill>
                  <a:srgbClr val="0B6FA4"/>
                </a:solidFill>
              </a:defRPr>
            </a:lvl5pPr>
            <a:lvl6pPr algn="r">
              <a:defRPr sz="1125" b="1">
                <a:solidFill>
                  <a:srgbClr val="0B6FA4"/>
                </a:solidFill>
              </a:defRPr>
            </a:lvl6pPr>
            <a:lvl7pPr algn="r">
              <a:defRPr sz="1125" b="1">
                <a:solidFill>
                  <a:srgbClr val="0B6FA4"/>
                </a:solidFill>
              </a:defRPr>
            </a:lvl7pPr>
            <a:lvl8pPr algn="r">
              <a:defRPr sz="1125" b="1">
                <a:solidFill>
                  <a:srgbClr val="0B6FA4"/>
                </a:solidFill>
              </a:defRPr>
            </a:lvl8pPr>
            <a:lvl9pPr algn="r">
              <a:defRPr sz="1125" b="1">
                <a:solidFill>
                  <a:srgbClr val="0B6FA4"/>
                </a:solidFill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0B6FA4"/>
                </a:solidFill>
              </a:defRPr>
            </a:pPr>
            <a:r>
              <a:rPr sz="1125" b="1">
                <a:solidFill>
                  <a:srgbClr val="0B6FA4"/>
                </a:solidFill>
              </a:rPr>
              <a:t>NEXATECH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32103F-5914-4F29-B5B3-C0FCFC92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903914-819F-4D33-A73E-1C883ECD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>
                <a:solidFill>
                  <a:srgbClr val="5D6873"/>
                </a:solidFill>
              </a:defRPr>
            </a:defPPr>
            <a:lvl1pPr algn="r">
              <a:defRPr sz="900">
                <a:solidFill>
                  <a:srgbClr val="5D6873"/>
                </a:solidFill>
              </a:defRPr>
            </a:lvl1pPr>
            <a:lvl2pPr algn="r">
              <a:defRPr sz="900">
                <a:solidFill>
                  <a:srgbClr val="5D6873"/>
                </a:solidFill>
              </a:defRPr>
            </a:lvl2pPr>
            <a:lvl3pPr algn="r">
              <a:defRPr sz="900">
                <a:solidFill>
                  <a:srgbClr val="5D6873"/>
                </a:solidFill>
              </a:defRPr>
            </a:lvl3pPr>
            <a:lvl4pPr algn="r">
              <a:defRPr sz="900">
                <a:solidFill>
                  <a:srgbClr val="5D6873"/>
                </a:solidFill>
              </a:defRPr>
            </a:lvl4pPr>
            <a:lvl5pPr algn="r">
              <a:defRPr sz="900">
                <a:solidFill>
                  <a:srgbClr val="5D6873"/>
                </a:solidFill>
              </a:defRPr>
            </a:lvl5pPr>
            <a:lvl6pPr algn="r">
              <a:defRPr sz="900">
                <a:solidFill>
                  <a:srgbClr val="5D6873"/>
                </a:solidFill>
              </a:defRPr>
            </a:lvl6pPr>
            <a:lvl7pPr algn="r">
              <a:defRPr sz="900">
                <a:solidFill>
                  <a:srgbClr val="5D6873"/>
                </a:solidFill>
              </a:defRPr>
            </a:lvl7pPr>
            <a:lvl8pPr algn="r">
              <a:defRPr sz="900">
                <a:solidFill>
                  <a:srgbClr val="5D6873"/>
                </a:solidFill>
              </a:defRPr>
            </a:lvl8pPr>
            <a:lvl9pPr algn="r">
              <a:defRPr sz="90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r">
              <a:defRPr sz="900">
                <a:solidFill>
                  <a:srgbClr val="5D6873"/>
                </a:solidFill>
              </a:defRPr>
            </a:pPr>
            <a:r>
              <a:rPr sz="900">
                <a:solidFill>
                  <a:srgbClr val="5D6873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084E25-F76B-40C9-BCC0-C4E44019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4857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3202C"/>
                </a:solidFill>
              </a:defRPr>
            </a:defPPr>
            <a:lvl1pPr>
              <a:defRPr sz="2025" b="1">
                <a:solidFill>
                  <a:srgbClr val="13202C"/>
                </a:solidFill>
              </a:defRPr>
            </a:lvl1pPr>
            <a:lvl2pPr>
              <a:defRPr sz="2025" b="1">
                <a:solidFill>
                  <a:srgbClr val="13202C"/>
                </a:solidFill>
              </a:defRPr>
            </a:lvl2pPr>
            <a:lvl3pPr>
              <a:defRPr sz="2025" b="1">
                <a:solidFill>
                  <a:srgbClr val="13202C"/>
                </a:solidFill>
              </a:defRPr>
            </a:lvl3pPr>
            <a:lvl4pPr>
              <a:defRPr sz="2025" b="1">
                <a:solidFill>
                  <a:srgbClr val="13202C"/>
                </a:solidFill>
              </a:defRPr>
            </a:lvl4pPr>
            <a:lvl5pPr>
              <a:defRPr sz="2025" b="1">
                <a:solidFill>
                  <a:srgbClr val="13202C"/>
                </a:solidFill>
              </a:defRPr>
            </a:lvl5pPr>
            <a:lvl6pPr>
              <a:defRPr sz="2025" b="1">
                <a:solidFill>
                  <a:srgbClr val="13202C"/>
                </a:solidFill>
              </a:defRPr>
            </a:lvl6pPr>
            <a:lvl7pPr>
              <a:defRPr sz="2025" b="1">
                <a:solidFill>
                  <a:srgbClr val="13202C"/>
                </a:solidFill>
              </a:defRPr>
            </a:lvl7pPr>
            <a:lvl8pPr>
              <a:defRPr sz="2025" b="1">
                <a:solidFill>
                  <a:srgbClr val="13202C"/>
                </a:solidFill>
              </a:defRPr>
            </a:lvl8pPr>
            <a:lvl9pPr>
              <a:defRPr sz="2025" b="1">
                <a:solidFill>
                  <a:srgbClr val="13202C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3202C"/>
                </a:solidFill>
              </a:defRPr>
            </a:pPr>
            <a:r>
              <a:rPr sz="2025" b="1">
                <a:solidFill>
                  <a:srgbClr val="13202C"/>
                </a:solidFill>
              </a:rPr>
              <a:t>The school controls access by role, school context, and assigned responsibility.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7FD38A-6173-495A-86FF-0F6AC4D9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28950"/>
            <a:ext cx="4857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5D6873"/>
                </a:solidFill>
              </a:defRPr>
            </a:defPPr>
            <a:lvl1pPr>
              <a:defRPr sz="1425">
                <a:solidFill>
                  <a:srgbClr val="5D6873"/>
                </a:solidFill>
              </a:defRPr>
            </a:lvl1pPr>
            <a:lvl2pPr>
              <a:defRPr sz="1425">
                <a:solidFill>
                  <a:srgbClr val="5D6873"/>
                </a:solidFill>
              </a:defRPr>
            </a:lvl2pPr>
            <a:lvl3pPr>
              <a:defRPr sz="1425">
                <a:solidFill>
                  <a:srgbClr val="5D6873"/>
                </a:solidFill>
              </a:defRPr>
            </a:lvl3pPr>
            <a:lvl4pPr>
              <a:defRPr sz="1425">
                <a:solidFill>
                  <a:srgbClr val="5D6873"/>
                </a:solidFill>
              </a:defRPr>
            </a:lvl4pPr>
            <a:lvl5pPr>
              <a:defRPr sz="1425">
                <a:solidFill>
                  <a:srgbClr val="5D6873"/>
                </a:solidFill>
              </a:defRPr>
            </a:lvl5pPr>
            <a:lvl6pPr>
              <a:defRPr sz="1425">
                <a:solidFill>
                  <a:srgbClr val="5D6873"/>
                </a:solidFill>
              </a:defRPr>
            </a:lvl6pPr>
            <a:lvl7pPr>
              <a:defRPr sz="1425">
                <a:solidFill>
                  <a:srgbClr val="5D6873"/>
                </a:solidFill>
              </a:defRPr>
            </a:lvl7pPr>
            <a:lvl8pPr>
              <a:defRPr sz="1425">
                <a:solidFill>
                  <a:srgbClr val="5D6873"/>
                </a:solidFill>
              </a:defRPr>
            </a:lvl8pPr>
            <a:lvl9pPr>
              <a:defRPr sz="1425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>
              <a:defRPr sz="1425">
                <a:solidFill>
                  <a:srgbClr val="5D6873"/>
                </a:solidFill>
              </a:defRPr>
            </a:pPr>
            <a:r>
              <a:rPr sz="1425">
                <a:solidFill>
                  <a:srgbClr val="5D6873"/>
                </a:solidFill>
              </a:rPr>
              <a:t>The browser based workspace supports office, classroom, and parent access without sharing one common account.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217A67-FAB5-4358-8682-18F4EB5D6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0"/>
            <a:ext cx="4857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F315D"/>
                </a:solidFill>
              </a:defRPr>
            </a:defPPr>
            <a:lvl1pPr>
              <a:defRPr sz="1350" b="1">
                <a:solidFill>
                  <a:srgbClr val="0F315D"/>
                </a:solidFill>
              </a:defRPr>
            </a:lvl1pPr>
            <a:lvl2pPr>
              <a:defRPr sz="1350" b="1">
                <a:solidFill>
                  <a:srgbClr val="0F315D"/>
                </a:solidFill>
              </a:defRPr>
            </a:lvl2pPr>
            <a:lvl3pPr>
              <a:defRPr sz="1350" b="1">
                <a:solidFill>
                  <a:srgbClr val="0F315D"/>
                </a:solidFill>
              </a:defRPr>
            </a:lvl3pPr>
            <a:lvl4pPr>
              <a:defRPr sz="1350" b="1">
                <a:solidFill>
                  <a:srgbClr val="0F315D"/>
                </a:solidFill>
              </a:defRPr>
            </a:lvl4pPr>
            <a:lvl5pPr>
              <a:defRPr sz="1350" b="1">
                <a:solidFill>
                  <a:srgbClr val="0F315D"/>
                </a:solidFill>
              </a:defRPr>
            </a:lvl5pPr>
            <a:lvl6pPr>
              <a:defRPr sz="1350" b="1">
                <a:solidFill>
                  <a:srgbClr val="0F315D"/>
                </a:solidFill>
              </a:defRPr>
            </a:lvl6pPr>
            <a:lvl7pPr>
              <a:defRPr sz="1350" b="1">
                <a:solidFill>
                  <a:srgbClr val="0F315D"/>
                </a:solidFill>
              </a:defRPr>
            </a:lvl7pPr>
            <a:lvl8pPr>
              <a:defRPr sz="1350" b="1">
                <a:solidFill>
                  <a:srgbClr val="0F315D"/>
                </a:solidFill>
              </a:defRPr>
            </a:lvl8pPr>
            <a:lvl9pPr>
              <a:defRPr sz="1350" b="1">
                <a:solidFill>
                  <a:srgbClr val="0F315D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F315D"/>
                </a:solidFill>
              </a:defRPr>
            </a:pPr>
            <a:r>
              <a:rPr sz="1350" b="1">
                <a:solidFill>
                  <a:srgbClr val="0F315D"/>
                </a:solidFill>
              </a:rPr>
              <a:t>Access controls remain part of the pilot test, including tenant separation, role permissions, session security, and audit history.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1A4734-6F2F-4511-A1D7-A84D5CD2E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954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0B6FA4"/>
                </a:solidFill>
              </a:defRPr>
            </a:defPPr>
            <a:lvl1pPr>
              <a:defRPr sz="1275" b="1">
                <a:solidFill>
                  <a:srgbClr val="0B6FA4"/>
                </a:solidFill>
              </a:defRPr>
            </a:lvl1pPr>
            <a:lvl2pPr>
              <a:defRPr sz="1275" b="1">
                <a:solidFill>
                  <a:srgbClr val="0B6FA4"/>
                </a:solidFill>
              </a:defRPr>
            </a:lvl2pPr>
            <a:lvl3pPr>
              <a:defRPr sz="1275" b="1">
                <a:solidFill>
                  <a:srgbClr val="0B6FA4"/>
                </a:solidFill>
              </a:defRPr>
            </a:lvl3pPr>
            <a:lvl4pPr>
              <a:defRPr sz="1275" b="1">
                <a:solidFill>
                  <a:srgbClr val="0B6FA4"/>
                </a:solidFill>
              </a:defRPr>
            </a:lvl4pPr>
            <a:lvl5pPr>
              <a:defRPr sz="1275" b="1">
                <a:solidFill>
                  <a:srgbClr val="0B6FA4"/>
                </a:solidFill>
              </a:defRPr>
            </a:lvl5pPr>
            <a:lvl6pPr>
              <a:defRPr sz="1275" b="1">
                <a:solidFill>
                  <a:srgbClr val="0B6FA4"/>
                </a:solidFill>
              </a:defRPr>
            </a:lvl6pPr>
            <a:lvl7pPr>
              <a:defRPr sz="1275" b="1">
                <a:solidFill>
                  <a:srgbClr val="0B6FA4"/>
                </a:solidFill>
              </a:defRPr>
            </a:lvl7pPr>
            <a:lvl8pPr>
              <a:defRPr sz="1275" b="1">
                <a:solidFill>
                  <a:srgbClr val="0B6FA4"/>
                </a:solidFill>
              </a:defRPr>
            </a:lvl8pPr>
            <a:lvl9pPr>
              <a:defRPr sz="1275" b="1">
                <a:solidFill>
                  <a:srgbClr val="0B6FA4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B6FA4"/>
                </a:solidFill>
              </a:defRPr>
            </a:pPr>
            <a:r>
              <a:rPr sz="1275" b="1">
                <a:solidFill>
                  <a:srgbClr val="0B6FA4"/>
                </a:solidFill>
              </a:rPr>
              <a:t>Administrator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104844-26DC-4BD0-BA29-ED4C10397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7640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3202C"/>
                </a:solidFill>
              </a:defRPr>
            </a:defPPr>
            <a:lvl1pPr>
              <a:defRPr sz="1200">
                <a:solidFill>
                  <a:srgbClr val="13202C"/>
                </a:solidFill>
              </a:defRPr>
            </a:lvl1pPr>
            <a:lvl2pPr>
              <a:defRPr sz="1200">
                <a:solidFill>
                  <a:srgbClr val="13202C"/>
                </a:solidFill>
              </a:defRPr>
            </a:lvl2pPr>
            <a:lvl3pPr>
              <a:defRPr sz="1200">
                <a:solidFill>
                  <a:srgbClr val="13202C"/>
                </a:solidFill>
              </a:defRPr>
            </a:lvl3pPr>
            <a:lvl4pPr>
              <a:defRPr sz="1200">
                <a:solidFill>
                  <a:srgbClr val="13202C"/>
                </a:solidFill>
              </a:defRPr>
            </a:lvl4pPr>
            <a:lvl5pPr>
              <a:defRPr sz="1200">
                <a:solidFill>
                  <a:srgbClr val="13202C"/>
                </a:solidFill>
              </a:defRPr>
            </a:lvl5pPr>
            <a:lvl6pPr>
              <a:defRPr sz="1200">
                <a:solidFill>
                  <a:srgbClr val="13202C"/>
                </a:solidFill>
              </a:defRPr>
            </a:lvl6pPr>
            <a:lvl7pPr>
              <a:defRPr sz="1200">
                <a:solidFill>
                  <a:srgbClr val="13202C"/>
                </a:solidFill>
              </a:defRPr>
            </a:lvl7pPr>
            <a:lvl8pPr>
              <a:defRPr sz="1200">
                <a:solidFill>
                  <a:srgbClr val="13202C"/>
                </a:solidFill>
              </a:defRPr>
            </a:lvl8pPr>
            <a:lvl9pPr>
              <a:defRPr sz="1200">
                <a:solidFill>
                  <a:srgbClr val="13202C"/>
                </a:solidFill>
              </a:defRPr>
            </a:lvl9pPr>
          </a:lstStyle>
          <a:p xmlns:a="http://schemas.openxmlformats.org/drawingml/2006/main">
            <a:pPr>
              <a:defRPr sz="1200">
                <a:solidFill>
                  <a:srgbClr val="13202C"/>
                </a:solidFill>
              </a:defRPr>
            </a:pPr>
            <a:r>
              <a:rPr sz="1200">
                <a:solidFill>
                  <a:srgbClr val="13202C"/>
                </a:solidFill>
              </a:rPr>
              <a:t>School setup, learners, users, reports, finance, communications, and configuration.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DBC64E-A6FF-4CED-BB6A-55DA3805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00300"/>
            <a:ext cx="466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2B80C0-B6B8-494F-ACC3-924802BD8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098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B8A72"/>
                </a:solidFill>
              </a:defRPr>
            </a:defPPr>
            <a:lvl1pPr>
              <a:defRPr sz="1275" b="1">
                <a:solidFill>
                  <a:srgbClr val="1B8A72"/>
                </a:solidFill>
              </a:defRPr>
            </a:lvl1pPr>
            <a:lvl2pPr>
              <a:defRPr sz="1275" b="1">
                <a:solidFill>
                  <a:srgbClr val="1B8A72"/>
                </a:solidFill>
              </a:defRPr>
            </a:lvl2pPr>
            <a:lvl3pPr>
              <a:defRPr sz="1275" b="1">
                <a:solidFill>
                  <a:srgbClr val="1B8A72"/>
                </a:solidFill>
              </a:defRPr>
            </a:lvl3pPr>
            <a:lvl4pPr>
              <a:defRPr sz="1275" b="1">
                <a:solidFill>
                  <a:srgbClr val="1B8A72"/>
                </a:solidFill>
              </a:defRPr>
            </a:lvl4pPr>
            <a:lvl5pPr>
              <a:defRPr sz="1275" b="1">
                <a:solidFill>
                  <a:srgbClr val="1B8A72"/>
                </a:solidFill>
              </a:defRPr>
            </a:lvl5pPr>
            <a:lvl6pPr>
              <a:defRPr sz="1275" b="1">
                <a:solidFill>
                  <a:srgbClr val="1B8A72"/>
                </a:solidFill>
              </a:defRPr>
            </a:lvl6pPr>
            <a:lvl7pPr>
              <a:defRPr sz="1275" b="1">
                <a:solidFill>
                  <a:srgbClr val="1B8A72"/>
                </a:solidFill>
              </a:defRPr>
            </a:lvl7pPr>
            <a:lvl8pPr>
              <a:defRPr sz="1275" b="1">
                <a:solidFill>
                  <a:srgbClr val="1B8A72"/>
                </a:solidFill>
              </a:defRPr>
            </a:lvl8pPr>
            <a:lvl9pPr>
              <a:defRPr sz="1275" b="1">
                <a:solidFill>
                  <a:srgbClr val="1B8A72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B8A72"/>
                </a:solidFill>
              </a:defRPr>
            </a:pPr>
            <a:r>
              <a:rPr sz="1275" b="1">
                <a:solidFill>
                  <a:srgbClr val="1B8A72"/>
                </a:solidFill>
              </a:rPr>
              <a:t>Teacher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D96946-4635-40E2-B594-1A4CC360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9080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3202C"/>
                </a:solidFill>
              </a:defRPr>
            </a:defPPr>
            <a:lvl1pPr>
              <a:defRPr sz="1200">
                <a:solidFill>
                  <a:srgbClr val="13202C"/>
                </a:solidFill>
              </a:defRPr>
            </a:lvl1pPr>
            <a:lvl2pPr>
              <a:defRPr sz="1200">
                <a:solidFill>
                  <a:srgbClr val="13202C"/>
                </a:solidFill>
              </a:defRPr>
            </a:lvl2pPr>
            <a:lvl3pPr>
              <a:defRPr sz="1200">
                <a:solidFill>
                  <a:srgbClr val="13202C"/>
                </a:solidFill>
              </a:defRPr>
            </a:lvl3pPr>
            <a:lvl4pPr>
              <a:defRPr sz="1200">
                <a:solidFill>
                  <a:srgbClr val="13202C"/>
                </a:solidFill>
              </a:defRPr>
            </a:lvl4pPr>
            <a:lvl5pPr>
              <a:defRPr sz="1200">
                <a:solidFill>
                  <a:srgbClr val="13202C"/>
                </a:solidFill>
              </a:defRPr>
            </a:lvl5pPr>
            <a:lvl6pPr>
              <a:defRPr sz="1200">
                <a:solidFill>
                  <a:srgbClr val="13202C"/>
                </a:solidFill>
              </a:defRPr>
            </a:lvl6pPr>
            <a:lvl7pPr>
              <a:defRPr sz="1200">
                <a:solidFill>
                  <a:srgbClr val="13202C"/>
                </a:solidFill>
              </a:defRPr>
            </a:lvl7pPr>
            <a:lvl8pPr>
              <a:defRPr sz="1200">
                <a:solidFill>
                  <a:srgbClr val="13202C"/>
                </a:solidFill>
              </a:defRPr>
            </a:lvl8pPr>
            <a:lvl9pPr>
              <a:defRPr sz="1200">
                <a:solidFill>
                  <a:srgbClr val="13202C"/>
                </a:solidFill>
              </a:defRPr>
            </a:lvl9pPr>
          </a:lstStyle>
          <a:p xmlns:a="http://schemas.openxmlformats.org/drawingml/2006/main">
            <a:pPr>
              <a:defRPr sz="1200">
                <a:solidFill>
                  <a:srgbClr val="13202C"/>
                </a:solidFill>
              </a:defRPr>
            </a:pPr>
            <a:r>
              <a:rPr sz="1200">
                <a:solidFill>
                  <a:srgbClr val="13202C"/>
                </a:solidFill>
              </a:rPr>
              <a:t>Assigned classes, attendance, assessments, marks, results, and approved notices.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0E9EDA-04E0-42D8-9425-E47B5A75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14700"/>
            <a:ext cx="466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169513-82A9-47FD-928F-0F444D72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24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6D28D9"/>
                </a:solidFill>
              </a:defRPr>
            </a:defPPr>
            <a:lvl1pPr>
              <a:defRPr sz="1275" b="1">
                <a:solidFill>
                  <a:srgbClr val="6D28D9"/>
                </a:solidFill>
              </a:defRPr>
            </a:lvl1pPr>
            <a:lvl2pPr>
              <a:defRPr sz="1275" b="1">
                <a:solidFill>
                  <a:srgbClr val="6D28D9"/>
                </a:solidFill>
              </a:defRPr>
            </a:lvl2pPr>
            <a:lvl3pPr>
              <a:defRPr sz="1275" b="1">
                <a:solidFill>
                  <a:srgbClr val="6D28D9"/>
                </a:solidFill>
              </a:defRPr>
            </a:lvl3pPr>
            <a:lvl4pPr>
              <a:defRPr sz="1275" b="1">
                <a:solidFill>
                  <a:srgbClr val="6D28D9"/>
                </a:solidFill>
              </a:defRPr>
            </a:lvl4pPr>
            <a:lvl5pPr>
              <a:defRPr sz="1275" b="1">
                <a:solidFill>
                  <a:srgbClr val="6D28D9"/>
                </a:solidFill>
              </a:defRPr>
            </a:lvl5pPr>
            <a:lvl6pPr>
              <a:defRPr sz="1275" b="1">
                <a:solidFill>
                  <a:srgbClr val="6D28D9"/>
                </a:solidFill>
              </a:defRPr>
            </a:lvl6pPr>
            <a:lvl7pPr>
              <a:defRPr sz="1275" b="1">
                <a:solidFill>
                  <a:srgbClr val="6D28D9"/>
                </a:solidFill>
              </a:defRPr>
            </a:lvl7pPr>
            <a:lvl8pPr>
              <a:defRPr sz="1275" b="1">
                <a:solidFill>
                  <a:srgbClr val="6D28D9"/>
                </a:solidFill>
              </a:defRPr>
            </a:lvl8pPr>
            <a:lvl9pPr>
              <a:defRPr sz="1275" b="1">
                <a:solidFill>
                  <a:srgbClr val="6D28D9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6D28D9"/>
                </a:solidFill>
              </a:defRPr>
            </a:pPr>
            <a:r>
              <a:rPr sz="1275" b="1">
                <a:solidFill>
                  <a:srgbClr val="6D28D9"/>
                </a:solidFill>
              </a:rPr>
              <a:t>Parent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CA7FA8-966F-4411-98EE-3EF98907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0520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3202C"/>
                </a:solidFill>
              </a:defRPr>
            </a:defPPr>
            <a:lvl1pPr>
              <a:defRPr sz="1200">
                <a:solidFill>
                  <a:srgbClr val="13202C"/>
                </a:solidFill>
              </a:defRPr>
            </a:lvl1pPr>
            <a:lvl2pPr>
              <a:defRPr sz="1200">
                <a:solidFill>
                  <a:srgbClr val="13202C"/>
                </a:solidFill>
              </a:defRPr>
            </a:lvl2pPr>
            <a:lvl3pPr>
              <a:defRPr sz="1200">
                <a:solidFill>
                  <a:srgbClr val="13202C"/>
                </a:solidFill>
              </a:defRPr>
            </a:lvl3pPr>
            <a:lvl4pPr>
              <a:defRPr sz="1200">
                <a:solidFill>
                  <a:srgbClr val="13202C"/>
                </a:solidFill>
              </a:defRPr>
            </a:lvl4pPr>
            <a:lvl5pPr>
              <a:defRPr sz="1200">
                <a:solidFill>
                  <a:srgbClr val="13202C"/>
                </a:solidFill>
              </a:defRPr>
            </a:lvl5pPr>
            <a:lvl6pPr>
              <a:defRPr sz="1200">
                <a:solidFill>
                  <a:srgbClr val="13202C"/>
                </a:solidFill>
              </a:defRPr>
            </a:lvl6pPr>
            <a:lvl7pPr>
              <a:defRPr sz="1200">
                <a:solidFill>
                  <a:srgbClr val="13202C"/>
                </a:solidFill>
              </a:defRPr>
            </a:lvl7pPr>
            <a:lvl8pPr>
              <a:defRPr sz="1200">
                <a:solidFill>
                  <a:srgbClr val="13202C"/>
                </a:solidFill>
              </a:defRPr>
            </a:lvl8pPr>
            <a:lvl9pPr>
              <a:defRPr sz="1200">
                <a:solidFill>
                  <a:srgbClr val="13202C"/>
                </a:solidFill>
              </a:defRPr>
            </a:lvl9pPr>
          </a:lstStyle>
          <a:p xmlns:a="http://schemas.openxmlformats.org/drawingml/2006/main">
            <a:pPr>
              <a:defRPr sz="1200">
                <a:solidFill>
                  <a:srgbClr val="13202C"/>
                </a:solidFill>
              </a:defRPr>
            </a:pPr>
            <a:r>
              <a:rPr sz="1200">
                <a:solidFill>
                  <a:srgbClr val="13202C"/>
                </a:solidFill>
              </a:rPr>
              <a:t>Read only access to the linked child, reports, fees, timetable, and announcements.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C53E1F-591C-47C1-9DD2-134CFC7A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29100"/>
            <a:ext cx="466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8A4865-0253-48A4-ACC1-2CA64A73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386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D97706"/>
                </a:solidFill>
              </a:defRPr>
            </a:defPPr>
            <a:lvl1pPr>
              <a:defRPr sz="1275" b="1">
                <a:solidFill>
                  <a:srgbClr val="D97706"/>
                </a:solidFill>
              </a:defRPr>
            </a:lvl1pPr>
            <a:lvl2pPr>
              <a:defRPr sz="1275" b="1">
                <a:solidFill>
                  <a:srgbClr val="D97706"/>
                </a:solidFill>
              </a:defRPr>
            </a:lvl2pPr>
            <a:lvl3pPr>
              <a:defRPr sz="1275" b="1">
                <a:solidFill>
                  <a:srgbClr val="D97706"/>
                </a:solidFill>
              </a:defRPr>
            </a:lvl3pPr>
            <a:lvl4pPr>
              <a:defRPr sz="1275" b="1">
                <a:solidFill>
                  <a:srgbClr val="D97706"/>
                </a:solidFill>
              </a:defRPr>
            </a:lvl4pPr>
            <a:lvl5pPr>
              <a:defRPr sz="1275" b="1">
                <a:solidFill>
                  <a:srgbClr val="D97706"/>
                </a:solidFill>
              </a:defRPr>
            </a:lvl5pPr>
            <a:lvl6pPr>
              <a:defRPr sz="1275" b="1">
                <a:solidFill>
                  <a:srgbClr val="D97706"/>
                </a:solidFill>
              </a:defRPr>
            </a:lvl6pPr>
            <a:lvl7pPr>
              <a:defRPr sz="1275" b="1">
                <a:solidFill>
                  <a:srgbClr val="D97706"/>
                </a:solidFill>
              </a:defRPr>
            </a:lvl7pPr>
            <a:lvl8pPr>
              <a:defRPr sz="1275" b="1">
                <a:solidFill>
                  <a:srgbClr val="D97706"/>
                </a:solidFill>
              </a:defRPr>
            </a:lvl8pPr>
            <a:lvl9pPr>
              <a:defRPr sz="1275" b="1">
                <a:solidFill>
                  <a:srgbClr val="D97706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D97706"/>
                </a:solidFill>
              </a:defRPr>
            </a:pPr>
            <a:r>
              <a:rPr sz="1275" b="1">
                <a:solidFill>
                  <a:srgbClr val="D97706"/>
                </a:solidFill>
              </a:rPr>
              <a:t>Finance staff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DFC212-8244-4D0C-A3BA-DDFBF327C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1960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3202C"/>
                </a:solidFill>
              </a:defRPr>
            </a:defPPr>
            <a:lvl1pPr>
              <a:defRPr sz="1200">
                <a:solidFill>
                  <a:srgbClr val="13202C"/>
                </a:solidFill>
              </a:defRPr>
            </a:lvl1pPr>
            <a:lvl2pPr>
              <a:defRPr sz="1200">
                <a:solidFill>
                  <a:srgbClr val="13202C"/>
                </a:solidFill>
              </a:defRPr>
            </a:lvl2pPr>
            <a:lvl3pPr>
              <a:defRPr sz="1200">
                <a:solidFill>
                  <a:srgbClr val="13202C"/>
                </a:solidFill>
              </a:defRPr>
            </a:lvl3pPr>
            <a:lvl4pPr>
              <a:defRPr sz="1200">
                <a:solidFill>
                  <a:srgbClr val="13202C"/>
                </a:solidFill>
              </a:defRPr>
            </a:lvl4pPr>
            <a:lvl5pPr>
              <a:defRPr sz="1200">
                <a:solidFill>
                  <a:srgbClr val="13202C"/>
                </a:solidFill>
              </a:defRPr>
            </a:lvl5pPr>
            <a:lvl6pPr>
              <a:defRPr sz="1200">
                <a:solidFill>
                  <a:srgbClr val="13202C"/>
                </a:solidFill>
              </a:defRPr>
            </a:lvl6pPr>
            <a:lvl7pPr>
              <a:defRPr sz="1200">
                <a:solidFill>
                  <a:srgbClr val="13202C"/>
                </a:solidFill>
              </a:defRPr>
            </a:lvl7pPr>
            <a:lvl8pPr>
              <a:defRPr sz="1200">
                <a:solidFill>
                  <a:srgbClr val="13202C"/>
                </a:solidFill>
              </a:defRPr>
            </a:lvl8pPr>
            <a:lvl9pPr>
              <a:defRPr sz="1200">
                <a:solidFill>
                  <a:srgbClr val="13202C"/>
                </a:solidFill>
              </a:defRPr>
            </a:lvl9pPr>
          </a:lstStyle>
          <a:p xmlns:a="http://schemas.openxmlformats.org/drawingml/2006/main">
            <a:pPr>
              <a:defRPr sz="1200">
                <a:solidFill>
                  <a:srgbClr val="13202C"/>
                </a:solidFill>
              </a:defRPr>
            </a:pPr>
            <a:r>
              <a:rPr sz="1200">
                <a:solidFill>
                  <a:srgbClr val="13202C"/>
                </a:solidFill>
              </a:rPr>
              <a:t>Invoices, payments, cashbook, approved expenses, and finance reports.</a:t>
            </a:r>
          </a:p>
        </p:txBody>
      </p:sp>
    </p:spTree>
    <p:extLst>
      <p:ext uri="{BB962C8B-B14F-4D97-AF65-F5344CB8AC3E}">
        <p14:creationId xmlns:p14="http://schemas.microsoft.com/office/powerpoint/2010/main" val="16984422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A3BFD8-C5FA-4DB2-A3F3-C4BBD80DE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F315D"/>
                </a:solidFill>
              </a:defRPr>
            </a:defPPr>
            <a:lvl1pPr>
              <a:defRPr sz="2400" b="1">
                <a:solidFill>
                  <a:srgbClr val="0F315D"/>
                </a:solidFill>
              </a:defRPr>
            </a:lvl1pPr>
            <a:lvl2pPr>
              <a:defRPr sz="2400" b="1">
                <a:solidFill>
                  <a:srgbClr val="0F315D"/>
                </a:solidFill>
              </a:defRPr>
            </a:lvl2pPr>
            <a:lvl3pPr>
              <a:defRPr sz="2400" b="1">
                <a:solidFill>
                  <a:srgbClr val="0F315D"/>
                </a:solidFill>
              </a:defRPr>
            </a:lvl3pPr>
            <a:lvl4pPr>
              <a:defRPr sz="2400" b="1">
                <a:solidFill>
                  <a:srgbClr val="0F315D"/>
                </a:solidFill>
              </a:defRPr>
            </a:lvl4pPr>
            <a:lvl5pPr>
              <a:defRPr sz="2400" b="1">
                <a:solidFill>
                  <a:srgbClr val="0F315D"/>
                </a:solidFill>
              </a:defRPr>
            </a:lvl5pPr>
            <a:lvl6pPr>
              <a:defRPr sz="2400" b="1">
                <a:solidFill>
                  <a:srgbClr val="0F315D"/>
                </a:solidFill>
              </a:defRPr>
            </a:lvl6pPr>
            <a:lvl7pPr>
              <a:defRPr sz="2400" b="1">
                <a:solidFill>
                  <a:srgbClr val="0F315D"/>
                </a:solidFill>
              </a:defRPr>
            </a:lvl7pPr>
            <a:lvl8pPr>
              <a:defRPr sz="2400" b="1">
                <a:solidFill>
                  <a:srgbClr val="0F315D"/>
                </a:solidFill>
              </a:defRPr>
            </a:lvl8pPr>
            <a:lvl9pPr>
              <a:defRPr sz="2400" b="1">
                <a:solidFill>
                  <a:srgbClr val="0F315D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F315D"/>
                </a:solidFill>
              </a:defRPr>
            </a:pPr>
            <a:r>
              <a:rPr sz="2400" b="1">
                <a:solidFill>
                  <a:srgbClr val="0F315D"/>
                </a:solidFill>
              </a:rPr>
              <a:t>School communications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C59367-C02A-4D5D-8BC6-CB197865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953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5D6873"/>
                </a:solidFill>
              </a:defRPr>
            </a:defPPr>
            <a:lvl1pPr>
              <a:defRPr sz="1275">
                <a:solidFill>
                  <a:srgbClr val="5D6873"/>
                </a:solidFill>
              </a:defRPr>
            </a:lvl1pPr>
            <a:lvl2pPr>
              <a:defRPr sz="1275">
                <a:solidFill>
                  <a:srgbClr val="5D6873"/>
                </a:solidFill>
              </a:defRPr>
            </a:lvl2pPr>
            <a:lvl3pPr>
              <a:defRPr sz="1275">
                <a:solidFill>
                  <a:srgbClr val="5D6873"/>
                </a:solidFill>
              </a:defRPr>
            </a:lvl3pPr>
            <a:lvl4pPr>
              <a:defRPr sz="1275">
                <a:solidFill>
                  <a:srgbClr val="5D6873"/>
                </a:solidFill>
              </a:defRPr>
            </a:lvl4pPr>
            <a:lvl5pPr>
              <a:defRPr sz="1275">
                <a:solidFill>
                  <a:srgbClr val="5D6873"/>
                </a:solidFill>
              </a:defRPr>
            </a:lvl5pPr>
            <a:lvl6pPr>
              <a:defRPr sz="1275">
                <a:solidFill>
                  <a:srgbClr val="5D6873"/>
                </a:solidFill>
              </a:defRPr>
            </a:lvl6pPr>
            <a:lvl7pPr>
              <a:defRPr sz="1275">
                <a:solidFill>
                  <a:srgbClr val="5D6873"/>
                </a:solidFill>
              </a:defRPr>
            </a:lvl7pPr>
            <a:lvl8pPr>
              <a:defRPr sz="1275">
                <a:solidFill>
                  <a:srgbClr val="5D6873"/>
                </a:solidFill>
              </a:defRPr>
            </a:lvl8pPr>
            <a:lvl9pPr>
              <a:defRPr sz="1275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>
              <a:defRPr sz="1275">
                <a:solidFill>
                  <a:srgbClr val="5D6873"/>
                </a:solidFill>
              </a:defRPr>
            </a:pPr>
            <a:r>
              <a:rPr sz="1275">
                <a:solidFill>
                  <a:srgbClr val="5D6873"/>
                </a:solidFill>
              </a:rPr>
              <a:t>Notices can reach the correct audience through approved channels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88ABBD-41EF-4034-869D-1CCF03C5C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2862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125" b="1">
                <a:solidFill>
                  <a:srgbClr val="0B6FA4"/>
                </a:solidFill>
              </a:defRPr>
            </a:defPPr>
            <a:lvl1pPr algn="r">
              <a:defRPr sz="1125" b="1">
                <a:solidFill>
                  <a:srgbClr val="0B6FA4"/>
                </a:solidFill>
              </a:defRPr>
            </a:lvl1pPr>
            <a:lvl2pPr algn="r">
              <a:defRPr sz="1125" b="1">
                <a:solidFill>
                  <a:srgbClr val="0B6FA4"/>
                </a:solidFill>
              </a:defRPr>
            </a:lvl2pPr>
            <a:lvl3pPr algn="r">
              <a:defRPr sz="1125" b="1">
                <a:solidFill>
                  <a:srgbClr val="0B6FA4"/>
                </a:solidFill>
              </a:defRPr>
            </a:lvl3pPr>
            <a:lvl4pPr algn="r">
              <a:defRPr sz="1125" b="1">
                <a:solidFill>
                  <a:srgbClr val="0B6FA4"/>
                </a:solidFill>
              </a:defRPr>
            </a:lvl4pPr>
            <a:lvl5pPr algn="r">
              <a:defRPr sz="1125" b="1">
                <a:solidFill>
                  <a:srgbClr val="0B6FA4"/>
                </a:solidFill>
              </a:defRPr>
            </a:lvl5pPr>
            <a:lvl6pPr algn="r">
              <a:defRPr sz="1125" b="1">
                <a:solidFill>
                  <a:srgbClr val="0B6FA4"/>
                </a:solidFill>
              </a:defRPr>
            </a:lvl6pPr>
            <a:lvl7pPr algn="r">
              <a:defRPr sz="1125" b="1">
                <a:solidFill>
                  <a:srgbClr val="0B6FA4"/>
                </a:solidFill>
              </a:defRPr>
            </a:lvl7pPr>
            <a:lvl8pPr algn="r">
              <a:defRPr sz="1125" b="1">
                <a:solidFill>
                  <a:srgbClr val="0B6FA4"/>
                </a:solidFill>
              </a:defRPr>
            </a:lvl8pPr>
            <a:lvl9pPr algn="r">
              <a:defRPr sz="1125" b="1">
                <a:solidFill>
                  <a:srgbClr val="0B6FA4"/>
                </a:solidFill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0B6FA4"/>
                </a:solidFill>
              </a:defRPr>
            </a:pPr>
            <a:r>
              <a:rPr sz="1125" b="1">
                <a:solidFill>
                  <a:srgbClr val="0B6FA4"/>
                </a:solidFill>
              </a:rPr>
              <a:t>NEXATECH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C98DE5-E32B-4383-B51F-DB9A1C12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F01A2F-F7B3-42E0-8A77-8E06D5FB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>
                <a:solidFill>
                  <a:srgbClr val="5D6873"/>
                </a:solidFill>
              </a:defRPr>
            </a:defPPr>
            <a:lvl1pPr algn="r">
              <a:defRPr sz="900">
                <a:solidFill>
                  <a:srgbClr val="5D6873"/>
                </a:solidFill>
              </a:defRPr>
            </a:lvl1pPr>
            <a:lvl2pPr algn="r">
              <a:defRPr sz="900">
                <a:solidFill>
                  <a:srgbClr val="5D6873"/>
                </a:solidFill>
              </a:defRPr>
            </a:lvl2pPr>
            <a:lvl3pPr algn="r">
              <a:defRPr sz="900">
                <a:solidFill>
                  <a:srgbClr val="5D6873"/>
                </a:solidFill>
              </a:defRPr>
            </a:lvl3pPr>
            <a:lvl4pPr algn="r">
              <a:defRPr sz="900">
                <a:solidFill>
                  <a:srgbClr val="5D6873"/>
                </a:solidFill>
              </a:defRPr>
            </a:lvl4pPr>
            <a:lvl5pPr algn="r">
              <a:defRPr sz="900">
                <a:solidFill>
                  <a:srgbClr val="5D6873"/>
                </a:solidFill>
              </a:defRPr>
            </a:lvl5pPr>
            <a:lvl6pPr algn="r">
              <a:defRPr sz="900">
                <a:solidFill>
                  <a:srgbClr val="5D6873"/>
                </a:solidFill>
              </a:defRPr>
            </a:lvl6pPr>
            <a:lvl7pPr algn="r">
              <a:defRPr sz="900">
                <a:solidFill>
                  <a:srgbClr val="5D6873"/>
                </a:solidFill>
              </a:defRPr>
            </a:lvl7pPr>
            <a:lvl8pPr algn="r">
              <a:defRPr sz="900">
                <a:solidFill>
                  <a:srgbClr val="5D6873"/>
                </a:solidFill>
              </a:defRPr>
            </a:lvl8pPr>
            <a:lvl9pPr algn="r">
              <a:defRPr sz="90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r">
              <a:defRPr sz="900">
                <a:solidFill>
                  <a:srgbClr val="5D6873"/>
                </a:solidFill>
              </a:defRPr>
            </a:pPr>
            <a:r>
              <a:rPr sz="900">
                <a:solidFill>
                  <a:srgbClr val="5D6873"/>
                </a:solidFill>
              </a:rPr>
              <a:t>09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801273-E81E-47AB-86EE-A6BAC67550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185cf586614933"/>
          <a:stretch xmlns:a="http://schemas.openxmlformats.org/drawingml/2006/main"/>
        </p:blipFill>
        <p:spPr>
          <a:xfrm xmlns:a="http://schemas.openxmlformats.org/drawingml/2006/main">
            <a:off x="647700" y="1564481"/>
            <a:ext cx="6667500" cy="416718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ECB907-6421-449A-AE1B-FE612686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764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B8A72"/>
                </a:solidFill>
              </a:defRPr>
            </a:defPPr>
            <a:lvl1pPr>
              <a:defRPr sz="1575" b="1">
                <a:solidFill>
                  <a:srgbClr val="1B8A72"/>
                </a:solidFill>
              </a:defRPr>
            </a:lvl1pPr>
            <a:lvl2pPr>
              <a:defRPr sz="1575" b="1">
                <a:solidFill>
                  <a:srgbClr val="1B8A72"/>
                </a:solidFill>
              </a:defRPr>
            </a:lvl2pPr>
            <a:lvl3pPr>
              <a:defRPr sz="1575" b="1">
                <a:solidFill>
                  <a:srgbClr val="1B8A72"/>
                </a:solidFill>
              </a:defRPr>
            </a:lvl3pPr>
            <a:lvl4pPr>
              <a:defRPr sz="1575" b="1">
                <a:solidFill>
                  <a:srgbClr val="1B8A72"/>
                </a:solidFill>
              </a:defRPr>
            </a:lvl4pPr>
            <a:lvl5pPr>
              <a:defRPr sz="1575" b="1">
                <a:solidFill>
                  <a:srgbClr val="1B8A72"/>
                </a:solidFill>
              </a:defRPr>
            </a:lvl5pPr>
            <a:lvl6pPr>
              <a:defRPr sz="1575" b="1">
                <a:solidFill>
                  <a:srgbClr val="1B8A72"/>
                </a:solidFill>
              </a:defRPr>
            </a:lvl6pPr>
            <a:lvl7pPr>
              <a:defRPr sz="1575" b="1">
                <a:solidFill>
                  <a:srgbClr val="1B8A72"/>
                </a:solidFill>
              </a:defRPr>
            </a:lvl7pPr>
            <a:lvl8pPr>
              <a:defRPr sz="1575" b="1">
                <a:solidFill>
                  <a:srgbClr val="1B8A72"/>
                </a:solidFill>
              </a:defRPr>
            </a:lvl8pPr>
            <a:lvl9pPr>
              <a:defRPr sz="1575" b="1">
                <a:solidFill>
                  <a:srgbClr val="1B8A72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B8A72"/>
                </a:solidFill>
              </a:defRPr>
            </a:pPr>
            <a:r>
              <a:rPr sz="1575" b="1">
                <a:solidFill>
                  <a:srgbClr val="1B8A72"/>
                </a:solidFill>
              </a:rPr>
              <a:t>Available in the system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2E957B-B182-43F9-94AA-DD438BA8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76450"/>
            <a:ext cx="3429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13202C"/>
                </a:solidFill>
              </a:defRPr>
            </a:defPPr>
            <a:lvl1pPr>
              <a:defRPr sz="1350">
                <a:solidFill>
                  <a:srgbClr val="13202C"/>
                </a:solidFill>
              </a:defRPr>
            </a:lvl1pPr>
            <a:lvl2pPr>
              <a:defRPr sz="1350">
                <a:solidFill>
                  <a:srgbClr val="13202C"/>
                </a:solidFill>
              </a:defRPr>
            </a:lvl2pPr>
            <a:lvl3pPr>
              <a:defRPr sz="1350">
                <a:solidFill>
                  <a:srgbClr val="13202C"/>
                </a:solidFill>
              </a:defRPr>
            </a:lvl3pPr>
            <a:lvl4pPr>
              <a:defRPr sz="1350">
                <a:solidFill>
                  <a:srgbClr val="13202C"/>
                </a:solidFill>
              </a:defRPr>
            </a:lvl4pPr>
            <a:lvl5pPr>
              <a:defRPr sz="1350">
                <a:solidFill>
                  <a:srgbClr val="13202C"/>
                </a:solidFill>
              </a:defRPr>
            </a:lvl5pPr>
            <a:lvl6pPr>
              <a:defRPr sz="1350">
                <a:solidFill>
                  <a:srgbClr val="13202C"/>
                </a:solidFill>
              </a:defRPr>
            </a:lvl6pPr>
            <a:lvl7pPr>
              <a:defRPr sz="1350">
                <a:solidFill>
                  <a:srgbClr val="13202C"/>
                </a:solidFill>
              </a:defRPr>
            </a:lvl7pPr>
            <a:lvl8pPr>
              <a:defRPr sz="1350">
                <a:solidFill>
                  <a:srgbClr val="13202C"/>
                </a:solidFill>
              </a:defRPr>
            </a:lvl8pPr>
            <a:lvl9pPr>
              <a:defRPr sz="1350">
                <a:solidFill>
                  <a:srgbClr val="13202C"/>
                </a:solidFill>
              </a:defRPr>
            </a:lvl9pPr>
          </a:lstStyle>
          <a:p xmlns:a="http://schemas.openxmlformats.org/drawingml/2006/main">
            <a:pPr>
              <a:defRPr sz="1350">
                <a:solidFill>
                  <a:srgbClr val="13202C"/>
                </a:solidFill>
              </a:defRPr>
            </a:pPr>
            <a:r>
              <a:rPr sz="1350">
                <a:solidFill>
                  <a:srgbClr val="13202C"/>
                </a:solidFill>
              </a:rPr>
              <a:t>SMS and email broadcasts</a:t>
            </a:r>
          </a:p>
          <a:p xmlns:a="http://schemas.openxmlformats.org/drawingml/2006/main">
            <a:pPr>
              <a:defRPr sz="1350">
                <a:solidFill>
                  <a:srgbClr val="13202C"/>
                </a:solidFill>
              </a:defRPr>
            </a:pPr>
            <a:r>
              <a:rPr sz="1350">
                <a:solidFill>
                  <a:srgbClr val="13202C"/>
                </a:solidFill>
              </a:rPr>
              <a:t>Audience selection by school role or grade</a:t>
            </a:r>
          </a:p>
          <a:p xmlns:a="http://schemas.openxmlformats.org/drawingml/2006/main">
            <a:pPr>
              <a:defRPr sz="1350">
                <a:solidFill>
                  <a:srgbClr val="13202C"/>
                </a:solidFill>
              </a:defRPr>
            </a:pPr>
            <a:r>
              <a:rPr sz="1350">
                <a:solidFill>
                  <a:srgbClr val="13202C"/>
                </a:solidFill>
              </a:rPr>
              <a:t>Reusable templates and scheduled messages</a:t>
            </a:r>
          </a:p>
          <a:p xmlns:a="http://schemas.openxmlformats.org/drawingml/2006/main">
            <a:pPr>
              <a:defRPr sz="1350">
                <a:solidFill>
                  <a:srgbClr val="13202C"/>
                </a:solidFill>
              </a:defRPr>
            </a:pPr>
            <a:r>
              <a:rPr sz="1350">
                <a:solidFill>
                  <a:srgbClr val="13202C"/>
                </a:solidFill>
              </a:rPr>
              <a:t>Delivery logs, failures, and retry visibility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46928D-1D71-4BDA-8422-1B5D360C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9433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F315D"/>
                </a:solidFill>
              </a:defRPr>
            </a:defPPr>
            <a:lvl1pPr>
              <a:defRPr sz="1350" b="1">
                <a:solidFill>
                  <a:srgbClr val="0F315D"/>
                </a:solidFill>
              </a:defRPr>
            </a:lvl1pPr>
            <a:lvl2pPr>
              <a:defRPr sz="1350" b="1">
                <a:solidFill>
                  <a:srgbClr val="0F315D"/>
                </a:solidFill>
              </a:defRPr>
            </a:lvl2pPr>
            <a:lvl3pPr>
              <a:defRPr sz="1350" b="1">
                <a:solidFill>
                  <a:srgbClr val="0F315D"/>
                </a:solidFill>
              </a:defRPr>
            </a:lvl3pPr>
            <a:lvl4pPr>
              <a:defRPr sz="1350" b="1">
                <a:solidFill>
                  <a:srgbClr val="0F315D"/>
                </a:solidFill>
              </a:defRPr>
            </a:lvl4pPr>
            <a:lvl5pPr>
              <a:defRPr sz="1350" b="1">
                <a:solidFill>
                  <a:srgbClr val="0F315D"/>
                </a:solidFill>
              </a:defRPr>
            </a:lvl5pPr>
            <a:lvl6pPr>
              <a:defRPr sz="1350" b="1">
                <a:solidFill>
                  <a:srgbClr val="0F315D"/>
                </a:solidFill>
              </a:defRPr>
            </a:lvl6pPr>
            <a:lvl7pPr>
              <a:defRPr sz="1350" b="1">
                <a:solidFill>
                  <a:srgbClr val="0F315D"/>
                </a:solidFill>
              </a:defRPr>
            </a:lvl7pPr>
            <a:lvl8pPr>
              <a:defRPr sz="1350" b="1">
                <a:solidFill>
                  <a:srgbClr val="0F315D"/>
                </a:solidFill>
              </a:defRPr>
            </a:lvl8pPr>
            <a:lvl9pPr>
              <a:defRPr sz="1350" b="1">
                <a:solidFill>
                  <a:srgbClr val="0F315D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F315D"/>
                </a:solidFill>
              </a:defRPr>
            </a:pPr>
            <a:r>
              <a:rPr sz="1350" b="1">
                <a:solidFill>
                  <a:srgbClr val="0F315D"/>
                </a:solidFill>
              </a:rPr>
              <a:t>Typical notices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2086C0-A60A-4DB3-B556-0707192F4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86250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13202C"/>
                </a:solidFill>
              </a:defRPr>
            </a:defPPr>
            <a:lvl1pPr>
              <a:defRPr sz="1350">
                <a:solidFill>
                  <a:srgbClr val="13202C"/>
                </a:solidFill>
              </a:defRPr>
            </a:lvl1pPr>
            <a:lvl2pPr>
              <a:defRPr sz="1350">
                <a:solidFill>
                  <a:srgbClr val="13202C"/>
                </a:solidFill>
              </a:defRPr>
            </a:lvl2pPr>
            <a:lvl3pPr>
              <a:defRPr sz="1350">
                <a:solidFill>
                  <a:srgbClr val="13202C"/>
                </a:solidFill>
              </a:defRPr>
            </a:lvl3pPr>
            <a:lvl4pPr>
              <a:defRPr sz="1350">
                <a:solidFill>
                  <a:srgbClr val="13202C"/>
                </a:solidFill>
              </a:defRPr>
            </a:lvl4pPr>
            <a:lvl5pPr>
              <a:defRPr sz="1350">
                <a:solidFill>
                  <a:srgbClr val="13202C"/>
                </a:solidFill>
              </a:defRPr>
            </a:lvl5pPr>
            <a:lvl6pPr>
              <a:defRPr sz="1350">
                <a:solidFill>
                  <a:srgbClr val="13202C"/>
                </a:solidFill>
              </a:defRPr>
            </a:lvl6pPr>
            <a:lvl7pPr>
              <a:defRPr sz="1350">
                <a:solidFill>
                  <a:srgbClr val="13202C"/>
                </a:solidFill>
              </a:defRPr>
            </a:lvl7pPr>
            <a:lvl8pPr>
              <a:defRPr sz="1350">
                <a:solidFill>
                  <a:srgbClr val="13202C"/>
                </a:solidFill>
              </a:defRPr>
            </a:lvl8pPr>
            <a:lvl9pPr>
              <a:defRPr sz="1350">
                <a:solidFill>
                  <a:srgbClr val="13202C"/>
                </a:solidFill>
              </a:defRPr>
            </a:lvl9pPr>
          </a:lstStyle>
          <a:p xmlns:a="http://schemas.openxmlformats.org/drawingml/2006/main">
            <a:pPr>
              <a:defRPr sz="1350">
                <a:solidFill>
                  <a:srgbClr val="13202C"/>
                </a:solidFill>
              </a:defRPr>
            </a:pPr>
            <a:r>
              <a:rPr sz="1350">
                <a:solidFill>
                  <a:srgbClr val="13202C"/>
                </a:solidFill>
              </a:rPr>
              <a:t>Exam reminders, sports fixtures, transport changes, meeting notices, payment updates, and urgent alerts.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F21C84-9A3D-4EDD-A443-2F0388B4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314950"/>
            <a:ext cx="352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6D28D9"/>
                </a:solidFill>
              </a:defRPr>
            </a:defPPr>
            <a:lvl1pPr>
              <a:defRPr sz="1200" b="1">
                <a:solidFill>
                  <a:srgbClr val="6D28D9"/>
                </a:solidFill>
              </a:defRPr>
            </a:lvl1pPr>
            <a:lvl2pPr>
              <a:defRPr sz="1200" b="1">
                <a:solidFill>
                  <a:srgbClr val="6D28D9"/>
                </a:solidFill>
              </a:defRPr>
            </a:lvl2pPr>
            <a:lvl3pPr>
              <a:defRPr sz="1200" b="1">
                <a:solidFill>
                  <a:srgbClr val="6D28D9"/>
                </a:solidFill>
              </a:defRPr>
            </a:lvl3pPr>
            <a:lvl4pPr>
              <a:defRPr sz="1200" b="1">
                <a:solidFill>
                  <a:srgbClr val="6D28D9"/>
                </a:solidFill>
              </a:defRPr>
            </a:lvl4pPr>
            <a:lvl5pPr>
              <a:defRPr sz="1200" b="1">
                <a:solidFill>
                  <a:srgbClr val="6D28D9"/>
                </a:solidFill>
              </a:defRPr>
            </a:lvl5pPr>
            <a:lvl6pPr>
              <a:defRPr sz="1200" b="1">
                <a:solidFill>
                  <a:srgbClr val="6D28D9"/>
                </a:solidFill>
              </a:defRPr>
            </a:lvl6pPr>
            <a:lvl7pPr>
              <a:defRPr sz="1200" b="1">
                <a:solidFill>
                  <a:srgbClr val="6D28D9"/>
                </a:solidFill>
              </a:defRPr>
            </a:lvl7pPr>
            <a:lvl8pPr>
              <a:defRPr sz="1200" b="1">
                <a:solidFill>
                  <a:srgbClr val="6D28D9"/>
                </a:solidFill>
              </a:defRPr>
            </a:lvl8pPr>
            <a:lvl9pPr>
              <a:defRPr sz="1200" b="1">
                <a:solidFill>
                  <a:srgbClr val="6D28D9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6D28D9"/>
                </a:solidFill>
              </a:defRPr>
            </a:pPr>
            <a:r>
              <a:rPr sz="1200" b="1">
                <a:solidFill>
                  <a:srgbClr val="6D28D9"/>
                </a:solidFill>
              </a:rPr>
              <a:t>WhatsApp Business can be added as a managed connector after provider approval, templates, consent rules, and costs are agreed.</a:t>
            </a:r>
          </a:p>
        </p:txBody>
      </p:sp>
    </p:spTree>
    <p:extLst>
      <p:ext uri="{BB962C8B-B14F-4D97-AF65-F5344CB8AC3E}">
        <p14:creationId xmlns:p14="http://schemas.microsoft.com/office/powerpoint/2010/main" val="2637490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CB4619-2271-4034-ADB3-5EFC8ECEA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F315D"/>
                </a:solidFill>
              </a:defRPr>
            </a:defPPr>
            <a:lvl1pPr>
              <a:defRPr sz="2400" b="1">
                <a:solidFill>
                  <a:srgbClr val="0F315D"/>
                </a:solidFill>
              </a:defRPr>
            </a:lvl1pPr>
            <a:lvl2pPr>
              <a:defRPr sz="2400" b="1">
                <a:solidFill>
                  <a:srgbClr val="0F315D"/>
                </a:solidFill>
              </a:defRPr>
            </a:lvl2pPr>
            <a:lvl3pPr>
              <a:defRPr sz="2400" b="1">
                <a:solidFill>
                  <a:srgbClr val="0F315D"/>
                </a:solidFill>
              </a:defRPr>
            </a:lvl3pPr>
            <a:lvl4pPr>
              <a:defRPr sz="2400" b="1">
                <a:solidFill>
                  <a:srgbClr val="0F315D"/>
                </a:solidFill>
              </a:defRPr>
            </a:lvl4pPr>
            <a:lvl5pPr>
              <a:defRPr sz="2400" b="1">
                <a:solidFill>
                  <a:srgbClr val="0F315D"/>
                </a:solidFill>
              </a:defRPr>
            </a:lvl5pPr>
            <a:lvl6pPr>
              <a:defRPr sz="2400" b="1">
                <a:solidFill>
                  <a:srgbClr val="0F315D"/>
                </a:solidFill>
              </a:defRPr>
            </a:lvl6pPr>
            <a:lvl7pPr>
              <a:defRPr sz="2400" b="1">
                <a:solidFill>
                  <a:srgbClr val="0F315D"/>
                </a:solidFill>
              </a:defRPr>
            </a:lvl7pPr>
            <a:lvl8pPr>
              <a:defRPr sz="2400" b="1">
                <a:solidFill>
                  <a:srgbClr val="0F315D"/>
                </a:solidFill>
              </a:defRPr>
            </a:lvl8pPr>
            <a:lvl9pPr>
              <a:defRPr sz="2400" b="1">
                <a:solidFill>
                  <a:srgbClr val="0F315D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F315D"/>
                </a:solidFill>
              </a:defRPr>
            </a:pPr>
            <a:r>
              <a:rPr sz="2400" b="1">
                <a:solidFill>
                  <a:srgbClr val="0F315D"/>
                </a:solidFill>
              </a:rPr>
              <a:t>School news and updates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4BF6C2-38FE-4803-B60B-560A39F45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953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5D6873"/>
                </a:solidFill>
              </a:defRPr>
            </a:defPPr>
            <a:lvl1pPr>
              <a:defRPr sz="1275">
                <a:solidFill>
                  <a:srgbClr val="5D6873"/>
                </a:solidFill>
              </a:defRPr>
            </a:lvl1pPr>
            <a:lvl2pPr>
              <a:defRPr sz="1275">
                <a:solidFill>
                  <a:srgbClr val="5D6873"/>
                </a:solidFill>
              </a:defRPr>
            </a:lvl2pPr>
            <a:lvl3pPr>
              <a:defRPr sz="1275">
                <a:solidFill>
                  <a:srgbClr val="5D6873"/>
                </a:solidFill>
              </a:defRPr>
            </a:lvl3pPr>
            <a:lvl4pPr>
              <a:defRPr sz="1275">
                <a:solidFill>
                  <a:srgbClr val="5D6873"/>
                </a:solidFill>
              </a:defRPr>
            </a:lvl4pPr>
            <a:lvl5pPr>
              <a:defRPr sz="1275">
                <a:solidFill>
                  <a:srgbClr val="5D6873"/>
                </a:solidFill>
              </a:defRPr>
            </a:lvl5pPr>
            <a:lvl6pPr>
              <a:defRPr sz="1275">
                <a:solidFill>
                  <a:srgbClr val="5D6873"/>
                </a:solidFill>
              </a:defRPr>
            </a:lvl6pPr>
            <a:lvl7pPr>
              <a:defRPr sz="1275">
                <a:solidFill>
                  <a:srgbClr val="5D6873"/>
                </a:solidFill>
              </a:defRPr>
            </a:lvl7pPr>
            <a:lvl8pPr>
              <a:defRPr sz="1275">
                <a:solidFill>
                  <a:srgbClr val="5D6873"/>
                </a:solidFill>
              </a:defRPr>
            </a:lvl8pPr>
            <a:lvl9pPr>
              <a:defRPr sz="1275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>
              <a:defRPr sz="1275">
                <a:solidFill>
                  <a:srgbClr val="5D6873"/>
                </a:solidFill>
              </a:defRPr>
            </a:pPr>
            <a:r>
              <a:rPr sz="1275">
                <a:solidFill>
                  <a:srgbClr val="5D6873"/>
                </a:solidFill>
              </a:rPr>
              <a:t>An internal news space can grow into a controlled public information channel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716371-33F9-419D-9F93-6FE8ABB50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2862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125" b="1">
                <a:solidFill>
                  <a:srgbClr val="0B6FA4"/>
                </a:solidFill>
              </a:defRPr>
            </a:defPPr>
            <a:lvl1pPr algn="r">
              <a:defRPr sz="1125" b="1">
                <a:solidFill>
                  <a:srgbClr val="0B6FA4"/>
                </a:solidFill>
              </a:defRPr>
            </a:lvl1pPr>
            <a:lvl2pPr algn="r">
              <a:defRPr sz="1125" b="1">
                <a:solidFill>
                  <a:srgbClr val="0B6FA4"/>
                </a:solidFill>
              </a:defRPr>
            </a:lvl2pPr>
            <a:lvl3pPr algn="r">
              <a:defRPr sz="1125" b="1">
                <a:solidFill>
                  <a:srgbClr val="0B6FA4"/>
                </a:solidFill>
              </a:defRPr>
            </a:lvl3pPr>
            <a:lvl4pPr algn="r">
              <a:defRPr sz="1125" b="1">
                <a:solidFill>
                  <a:srgbClr val="0B6FA4"/>
                </a:solidFill>
              </a:defRPr>
            </a:lvl4pPr>
            <a:lvl5pPr algn="r">
              <a:defRPr sz="1125" b="1">
                <a:solidFill>
                  <a:srgbClr val="0B6FA4"/>
                </a:solidFill>
              </a:defRPr>
            </a:lvl5pPr>
            <a:lvl6pPr algn="r">
              <a:defRPr sz="1125" b="1">
                <a:solidFill>
                  <a:srgbClr val="0B6FA4"/>
                </a:solidFill>
              </a:defRPr>
            </a:lvl6pPr>
            <a:lvl7pPr algn="r">
              <a:defRPr sz="1125" b="1">
                <a:solidFill>
                  <a:srgbClr val="0B6FA4"/>
                </a:solidFill>
              </a:defRPr>
            </a:lvl7pPr>
            <a:lvl8pPr algn="r">
              <a:defRPr sz="1125" b="1">
                <a:solidFill>
                  <a:srgbClr val="0B6FA4"/>
                </a:solidFill>
              </a:defRPr>
            </a:lvl8pPr>
            <a:lvl9pPr algn="r">
              <a:defRPr sz="1125" b="1">
                <a:solidFill>
                  <a:srgbClr val="0B6FA4"/>
                </a:solidFill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0B6FA4"/>
                </a:solidFill>
              </a:defRPr>
            </a:pPr>
            <a:r>
              <a:rPr sz="1125" b="1">
                <a:solidFill>
                  <a:srgbClr val="0B6FA4"/>
                </a:solidFill>
              </a:rPr>
              <a:t>NEXATECH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BBBFAE-7B85-4E77-8FD2-DABDA94B0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9C7C39-F0D8-4AE6-80BF-B26825FB7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>
                <a:solidFill>
                  <a:srgbClr val="5D6873"/>
                </a:solidFill>
              </a:defRPr>
            </a:defPPr>
            <a:lvl1pPr algn="r">
              <a:defRPr sz="900">
                <a:solidFill>
                  <a:srgbClr val="5D6873"/>
                </a:solidFill>
              </a:defRPr>
            </a:lvl1pPr>
            <a:lvl2pPr algn="r">
              <a:defRPr sz="900">
                <a:solidFill>
                  <a:srgbClr val="5D6873"/>
                </a:solidFill>
              </a:defRPr>
            </a:lvl2pPr>
            <a:lvl3pPr algn="r">
              <a:defRPr sz="900">
                <a:solidFill>
                  <a:srgbClr val="5D6873"/>
                </a:solidFill>
              </a:defRPr>
            </a:lvl3pPr>
            <a:lvl4pPr algn="r">
              <a:defRPr sz="900">
                <a:solidFill>
                  <a:srgbClr val="5D6873"/>
                </a:solidFill>
              </a:defRPr>
            </a:lvl4pPr>
            <a:lvl5pPr algn="r">
              <a:defRPr sz="900">
                <a:solidFill>
                  <a:srgbClr val="5D6873"/>
                </a:solidFill>
              </a:defRPr>
            </a:lvl5pPr>
            <a:lvl6pPr algn="r">
              <a:defRPr sz="900">
                <a:solidFill>
                  <a:srgbClr val="5D6873"/>
                </a:solidFill>
              </a:defRPr>
            </a:lvl6pPr>
            <a:lvl7pPr algn="r">
              <a:defRPr sz="900">
                <a:solidFill>
                  <a:srgbClr val="5D6873"/>
                </a:solidFill>
              </a:defRPr>
            </a:lvl7pPr>
            <a:lvl8pPr algn="r">
              <a:defRPr sz="900">
                <a:solidFill>
                  <a:srgbClr val="5D6873"/>
                </a:solidFill>
              </a:defRPr>
            </a:lvl8pPr>
            <a:lvl9pPr algn="r">
              <a:defRPr sz="90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r">
              <a:defRPr sz="900">
                <a:solidFill>
                  <a:srgbClr val="5D6873"/>
                </a:solidFill>
              </a:defRPr>
            </a:pPr>
            <a:r>
              <a:rPr sz="900">
                <a:solidFill>
                  <a:srgbClr val="5D6873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06CDFE-2593-4D4A-81A8-D6E5BA289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6D28D9"/>
                </a:solidFill>
              </a:defRPr>
            </a:defPPr>
            <a:lvl1pPr>
              <a:defRPr sz="1575" b="1">
                <a:solidFill>
                  <a:srgbClr val="6D28D9"/>
                </a:solidFill>
              </a:defRPr>
            </a:lvl1pPr>
            <a:lvl2pPr>
              <a:defRPr sz="1575" b="1">
                <a:solidFill>
                  <a:srgbClr val="6D28D9"/>
                </a:solidFill>
              </a:defRPr>
            </a:lvl2pPr>
            <a:lvl3pPr>
              <a:defRPr sz="1575" b="1">
                <a:solidFill>
                  <a:srgbClr val="6D28D9"/>
                </a:solidFill>
              </a:defRPr>
            </a:lvl3pPr>
            <a:lvl4pPr>
              <a:defRPr sz="1575" b="1">
                <a:solidFill>
                  <a:srgbClr val="6D28D9"/>
                </a:solidFill>
              </a:defRPr>
            </a:lvl4pPr>
            <a:lvl5pPr>
              <a:defRPr sz="1575" b="1">
                <a:solidFill>
                  <a:srgbClr val="6D28D9"/>
                </a:solidFill>
              </a:defRPr>
            </a:lvl5pPr>
            <a:lvl6pPr>
              <a:defRPr sz="1575" b="1">
                <a:solidFill>
                  <a:srgbClr val="6D28D9"/>
                </a:solidFill>
              </a:defRPr>
            </a:lvl6pPr>
            <a:lvl7pPr>
              <a:defRPr sz="1575" b="1">
                <a:solidFill>
                  <a:srgbClr val="6D28D9"/>
                </a:solidFill>
              </a:defRPr>
            </a:lvl7pPr>
            <a:lvl8pPr>
              <a:defRPr sz="1575" b="1">
                <a:solidFill>
                  <a:srgbClr val="6D28D9"/>
                </a:solidFill>
              </a:defRPr>
            </a:lvl8pPr>
            <a:lvl9pPr>
              <a:defRPr sz="1575" b="1">
                <a:solidFill>
                  <a:srgbClr val="6D28D9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6D28D9"/>
                </a:solidFill>
              </a:defRPr>
            </a:pPr>
            <a:r>
              <a:rPr sz="1575" b="1">
                <a:solidFill>
                  <a:srgbClr val="6D28D9"/>
                </a:solidFill>
              </a:rPr>
              <a:t>Current announcement workspace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981002-8C35-4DCC-95D1-C26C27419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4286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13202C"/>
                </a:solidFill>
              </a:defRPr>
            </a:defPPr>
            <a:lvl1pPr>
              <a:defRPr sz="1500">
                <a:solidFill>
                  <a:srgbClr val="13202C"/>
                </a:solidFill>
              </a:defRPr>
            </a:lvl1pPr>
            <a:lvl2pPr>
              <a:defRPr sz="1500">
                <a:solidFill>
                  <a:srgbClr val="13202C"/>
                </a:solidFill>
              </a:defRPr>
            </a:lvl2pPr>
            <a:lvl3pPr>
              <a:defRPr sz="1500">
                <a:solidFill>
                  <a:srgbClr val="13202C"/>
                </a:solidFill>
              </a:defRPr>
            </a:lvl3pPr>
            <a:lvl4pPr>
              <a:defRPr sz="1500">
                <a:solidFill>
                  <a:srgbClr val="13202C"/>
                </a:solidFill>
              </a:defRPr>
            </a:lvl4pPr>
            <a:lvl5pPr>
              <a:defRPr sz="1500">
                <a:solidFill>
                  <a:srgbClr val="13202C"/>
                </a:solidFill>
              </a:defRPr>
            </a:lvl5pPr>
            <a:lvl6pPr>
              <a:defRPr sz="1500">
                <a:solidFill>
                  <a:srgbClr val="13202C"/>
                </a:solidFill>
              </a:defRPr>
            </a:lvl6pPr>
            <a:lvl7pPr>
              <a:defRPr sz="1500">
                <a:solidFill>
                  <a:srgbClr val="13202C"/>
                </a:solidFill>
              </a:defRPr>
            </a:lvl7pPr>
            <a:lvl8pPr>
              <a:defRPr sz="1500">
                <a:solidFill>
                  <a:srgbClr val="13202C"/>
                </a:solidFill>
              </a:defRPr>
            </a:lvl8pPr>
            <a:lvl9pPr>
              <a:defRPr sz="1500">
                <a:solidFill>
                  <a:srgbClr val="13202C"/>
                </a:solidFill>
              </a:defRPr>
            </a:lvl9pPr>
          </a:lstStyle>
          <a:p xmlns:a="http://schemas.openxmlformats.org/drawingml/2006/main">
            <a:pPr>
              <a:defRPr sz="1500">
                <a:solidFill>
                  <a:srgbClr val="13202C"/>
                </a:solidFill>
              </a:defRPr>
            </a:pPr>
            <a:r>
              <a:rPr sz="1500">
                <a:solidFill>
                  <a:srgbClr val="13202C"/>
                </a:solidFill>
              </a:rPr>
              <a:t>Staff publish notices for the whole school, parents, teachers, staff, or a selected grade. Each item can publish immediately, follow a schedule, or expire automatically.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3CEBF7-E85B-405A-98E9-8C842E598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B6FA4"/>
                </a:solidFill>
              </a:defRPr>
            </a:defPPr>
            <a:lvl1pPr>
              <a:defRPr sz="1575" b="1">
                <a:solidFill>
                  <a:srgbClr val="0B6FA4"/>
                </a:solidFill>
              </a:defRPr>
            </a:lvl1pPr>
            <a:lvl2pPr>
              <a:defRPr sz="1575" b="1">
                <a:solidFill>
                  <a:srgbClr val="0B6FA4"/>
                </a:solidFill>
              </a:defRPr>
            </a:lvl2pPr>
            <a:lvl3pPr>
              <a:defRPr sz="1575" b="1">
                <a:solidFill>
                  <a:srgbClr val="0B6FA4"/>
                </a:solidFill>
              </a:defRPr>
            </a:lvl3pPr>
            <a:lvl4pPr>
              <a:defRPr sz="1575" b="1">
                <a:solidFill>
                  <a:srgbClr val="0B6FA4"/>
                </a:solidFill>
              </a:defRPr>
            </a:lvl4pPr>
            <a:lvl5pPr>
              <a:defRPr sz="1575" b="1">
                <a:solidFill>
                  <a:srgbClr val="0B6FA4"/>
                </a:solidFill>
              </a:defRPr>
            </a:lvl5pPr>
            <a:lvl6pPr>
              <a:defRPr sz="1575" b="1">
                <a:solidFill>
                  <a:srgbClr val="0B6FA4"/>
                </a:solidFill>
              </a:defRPr>
            </a:lvl6pPr>
            <a:lvl7pPr>
              <a:defRPr sz="1575" b="1">
                <a:solidFill>
                  <a:srgbClr val="0B6FA4"/>
                </a:solidFill>
              </a:defRPr>
            </a:lvl7pPr>
            <a:lvl8pPr>
              <a:defRPr sz="1575" b="1">
                <a:solidFill>
                  <a:srgbClr val="0B6FA4"/>
                </a:solidFill>
              </a:defRPr>
            </a:lvl8pPr>
            <a:lvl9pPr>
              <a:defRPr sz="1575" b="1">
                <a:solidFill>
                  <a:srgbClr val="0B6FA4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B6FA4"/>
                </a:solidFill>
              </a:defRPr>
            </a:pPr>
            <a:r>
              <a:rPr sz="1575" b="1">
                <a:solidFill>
                  <a:srgbClr val="0B6FA4"/>
                </a:solidFill>
              </a:rPr>
              <a:t>Public news option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77931E-42D8-427A-ABA2-2DA87FA5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71950"/>
            <a:ext cx="4286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13202C"/>
                </a:solidFill>
              </a:defRPr>
            </a:defPPr>
            <a:lvl1pPr>
              <a:defRPr sz="1500">
                <a:solidFill>
                  <a:srgbClr val="13202C"/>
                </a:solidFill>
              </a:defRPr>
            </a:lvl1pPr>
            <a:lvl2pPr>
              <a:defRPr sz="1500">
                <a:solidFill>
                  <a:srgbClr val="13202C"/>
                </a:solidFill>
              </a:defRPr>
            </a:lvl2pPr>
            <a:lvl3pPr>
              <a:defRPr sz="1500">
                <a:solidFill>
                  <a:srgbClr val="13202C"/>
                </a:solidFill>
              </a:defRPr>
            </a:lvl3pPr>
            <a:lvl4pPr>
              <a:defRPr sz="1500">
                <a:solidFill>
                  <a:srgbClr val="13202C"/>
                </a:solidFill>
              </a:defRPr>
            </a:lvl4pPr>
            <a:lvl5pPr>
              <a:defRPr sz="1500">
                <a:solidFill>
                  <a:srgbClr val="13202C"/>
                </a:solidFill>
              </a:defRPr>
            </a:lvl5pPr>
            <a:lvl6pPr>
              <a:defRPr sz="1500">
                <a:solidFill>
                  <a:srgbClr val="13202C"/>
                </a:solidFill>
              </a:defRPr>
            </a:lvl6pPr>
            <a:lvl7pPr>
              <a:defRPr sz="1500">
                <a:solidFill>
                  <a:srgbClr val="13202C"/>
                </a:solidFill>
              </a:defRPr>
            </a:lvl7pPr>
            <a:lvl8pPr>
              <a:defRPr sz="1500">
                <a:solidFill>
                  <a:srgbClr val="13202C"/>
                </a:solidFill>
              </a:defRPr>
            </a:lvl8pPr>
            <a:lvl9pPr>
              <a:defRPr sz="1500">
                <a:solidFill>
                  <a:srgbClr val="13202C"/>
                </a:solidFill>
              </a:defRPr>
            </a:lvl9pPr>
          </a:lstStyle>
          <a:p xmlns:a="http://schemas.openxmlformats.org/drawingml/2006/main">
            <a:pPr>
              <a:defRPr sz="1500">
                <a:solidFill>
                  <a:srgbClr val="13202C"/>
                </a:solidFill>
              </a:defRPr>
            </a:pPr>
            <a:r>
              <a:rPr sz="1500">
                <a:solidFill>
                  <a:srgbClr val="13202C"/>
                </a:solidFill>
              </a:rPr>
              <a:t>A school approved public page can share sports results, event updates, achievements, calendars, notices, and selected documents. Private learner information stays inside authenticated views.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0A43E2-60DD-4DFB-A44F-79BF384D5E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7a87f462564d66"/>
          <a:stretch xmlns:a="http://schemas.openxmlformats.org/drawingml/2006/main"/>
        </p:blipFill>
        <p:spPr>
          <a:xfrm xmlns:a="http://schemas.openxmlformats.org/drawingml/2006/main">
            <a:off x="5316855" y="1581150"/>
            <a:ext cx="6187440" cy="38671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6E9D6B-AFB4-4B7B-A978-896A5292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6388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>
                <a:solidFill>
                  <a:srgbClr val="5D6873"/>
                </a:solidFill>
              </a:defRPr>
            </a:defPPr>
            <a:lvl1pPr algn="r">
              <a:defRPr sz="900">
                <a:solidFill>
                  <a:srgbClr val="5D6873"/>
                </a:solidFill>
              </a:defRPr>
            </a:lvl1pPr>
            <a:lvl2pPr algn="r">
              <a:defRPr sz="900">
                <a:solidFill>
                  <a:srgbClr val="5D6873"/>
                </a:solidFill>
              </a:defRPr>
            </a:lvl2pPr>
            <a:lvl3pPr algn="r">
              <a:defRPr sz="900">
                <a:solidFill>
                  <a:srgbClr val="5D6873"/>
                </a:solidFill>
              </a:defRPr>
            </a:lvl3pPr>
            <a:lvl4pPr algn="r">
              <a:defRPr sz="900">
                <a:solidFill>
                  <a:srgbClr val="5D6873"/>
                </a:solidFill>
              </a:defRPr>
            </a:lvl4pPr>
            <a:lvl5pPr algn="r">
              <a:defRPr sz="900">
                <a:solidFill>
                  <a:srgbClr val="5D6873"/>
                </a:solidFill>
              </a:defRPr>
            </a:lvl5pPr>
            <a:lvl6pPr algn="r">
              <a:defRPr sz="900">
                <a:solidFill>
                  <a:srgbClr val="5D6873"/>
                </a:solidFill>
              </a:defRPr>
            </a:lvl6pPr>
            <a:lvl7pPr algn="r">
              <a:defRPr sz="900">
                <a:solidFill>
                  <a:srgbClr val="5D6873"/>
                </a:solidFill>
              </a:defRPr>
            </a:lvl7pPr>
            <a:lvl8pPr algn="r">
              <a:defRPr sz="900">
                <a:solidFill>
                  <a:srgbClr val="5D6873"/>
                </a:solidFill>
              </a:defRPr>
            </a:lvl8pPr>
            <a:lvl9pPr algn="r">
              <a:defRPr sz="90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r">
              <a:defRPr sz="900">
                <a:solidFill>
                  <a:srgbClr val="5D6873"/>
                </a:solidFill>
              </a:defRPr>
            </a:pPr>
            <a:r>
              <a:rPr sz="900">
                <a:solidFill>
                  <a:srgbClr val="5D6873"/>
                </a:solidFill>
              </a:rPr>
              <a:t>Draft shown with synthetic demonstration content and not published.</a:t>
            </a:r>
          </a:p>
        </p:txBody>
      </p:sp>
    </p:spTree>
    <p:extLst>
      <p:ext uri="{BB962C8B-B14F-4D97-AF65-F5344CB8AC3E}">
        <p14:creationId xmlns:p14="http://schemas.microsoft.com/office/powerpoint/2010/main" val="13537468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47051A-D6EE-4C58-93EA-3AC3191AE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F315D"/>
                </a:solidFill>
              </a:defRPr>
            </a:defPPr>
            <a:lvl1pPr>
              <a:defRPr sz="2400" b="1">
                <a:solidFill>
                  <a:srgbClr val="0F315D"/>
                </a:solidFill>
              </a:defRPr>
            </a:lvl1pPr>
            <a:lvl2pPr>
              <a:defRPr sz="2400" b="1">
                <a:solidFill>
                  <a:srgbClr val="0F315D"/>
                </a:solidFill>
              </a:defRPr>
            </a:lvl2pPr>
            <a:lvl3pPr>
              <a:defRPr sz="2400" b="1">
                <a:solidFill>
                  <a:srgbClr val="0F315D"/>
                </a:solidFill>
              </a:defRPr>
            </a:lvl3pPr>
            <a:lvl4pPr>
              <a:defRPr sz="2400" b="1">
                <a:solidFill>
                  <a:srgbClr val="0F315D"/>
                </a:solidFill>
              </a:defRPr>
            </a:lvl4pPr>
            <a:lvl5pPr>
              <a:defRPr sz="2400" b="1">
                <a:solidFill>
                  <a:srgbClr val="0F315D"/>
                </a:solidFill>
              </a:defRPr>
            </a:lvl5pPr>
            <a:lvl6pPr>
              <a:defRPr sz="2400" b="1">
                <a:solidFill>
                  <a:srgbClr val="0F315D"/>
                </a:solidFill>
              </a:defRPr>
            </a:lvl6pPr>
            <a:lvl7pPr>
              <a:defRPr sz="2400" b="1">
                <a:solidFill>
                  <a:srgbClr val="0F315D"/>
                </a:solidFill>
              </a:defRPr>
            </a:lvl7pPr>
            <a:lvl8pPr>
              <a:defRPr sz="2400" b="1">
                <a:solidFill>
                  <a:srgbClr val="0F315D"/>
                </a:solidFill>
              </a:defRPr>
            </a:lvl8pPr>
            <a:lvl9pPr>
              <a:defRPr sz="2400" b="1">
                <a:solidFill>
                  <a:srgbClr val="0F315D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F315D"/>
                </a:solidFill>
              </a:defRPr>
            </a:pPr>
            <a:r>
              <a:rPr sz="2400" b="1">
                <a:solidFill>
                  <a:srgbClr val="0F315D"/>
                </a:solidFill>
              </a:rPr>
              <a:t>Configuration for each school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389CE5-36F7-4899-9E37-34302359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953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5D6873"/>
                </a:solidFill>
              </a:defRPr>
            </a:defPPr>
            <a:lvl1pPr>
              <a:defRPr sz="1275">
                <a:solidFill>
                  <a:srgbClr val="5D6873"/>
                </a:solidFill>
              </a:defRPr>
            </a:lvl1pPr>
            <a:lvl2pPr>
              <a:defRPr sz="1275">
                <a:solidFill>
                  <a:srgbClr val="5D6873"/>
                </a:solidFill>
              </a:defRPr>
            </a:lvl2pPr>
            <a:lvl3pPr>
              <a:defRPr sz="1275">
                <a:solidFill>
                  <a:srgbClr val="5D6873"/>
                </a:solidFill>
              </a:defRPr>
            </a:lvl3pPr>
            <a:lvl4pPr>
              <a:defRPr sz="1275">
                <a:solidFill>
                  <a:srgbClr val="5D6873"/>
                </a:solidFill>
              </a:defRPr>
            </a:lvl4pPr>
            <a:lvl5pPr>
              <a:defRPr sz="1275">
                <a:solidFill>
                  <a:srgbClr val="5D6873"/>
                </a:solidFill>
              </a:defRPr>
            </a:lvl5pPr>
            <a:lvl6pPr>
              <a:defRPr sz="1275">
                <a:solidFill>
                  <a:srgbClr val="5D6873"/>
                </a:solidFill>
              </a:defRPr>
            </a:lvl6pPr>
            <a:lvl7pPr>
              <a:defRPr sz="1275">
                <a:solidFill>
                  <a:srgbClr val="5D6873"/>
                </a:solidFill>
              </a:defRPr>
            </a:lvl7pPr>
            <a:lvl8pPr>
              <a:defRPr sz="1275">
                <a:solidFill>
                  <a:srgbClr val="5D6873"/>
                </a:solidFill>
              </a:defRPr>
            </a:lvl8pPr>
            <a:lvl9pPr>
              <a:defRPr sz="1275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>
              <a:defRPr sz="1275">
                <a:solidFill>
                  <a:srgbClr val="5D6873"/>
                </a:solidFill>
              </a:defRPr>
            </a:pPr>
            <a:r>
              <a:rPr sz="1275">
                <a:solidFill>
                  <a:srgbClr val="5D6873"/>
                </a:solidFill>
              </a:rPr>
              <a:t>The pilot fixes the first workflow while preserving room for later modules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E7200D-6FCF-4AEF-9EF9-C48F0EC4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2862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125" b="1">
                <a:solidFill>
                  <a:srgbClr val="0B6FA4"/>
                </a:solidFill>
              </a:defRPr>
            </a:defPPr>
            <a:lvl1pPr algn="r">
              <a:defRPr sz="1125" b="1">
                <a:solidFill>
                  <a:srgbClr val="0B6FA4"/>
                </a:solidFill>
              </a:defRPr>
            </a:lvl1pPr>
            <a:lvl2pPr algn="r">
              <a:defRPr sz="1125" b="1">
                <a:solidFill>
                  <a:srgbClr val="0B6FA4"/>
                </a:solidFill>
              </a:defRPr>
            </a:lvl2pPr>
            <a:lvl3pPr algn="r">
              <a:defRPr sz="1125" b="1">
                <a:solidFill>
                  <a:srgbClr val="0B6FA4"/>
                </a:solidFill>
              </a:defRPr>
            </a:lvl3pPr>
            <a:lvl4pPr algn="r">
              <a:defRPr sz="1125" b="1">
                <a:solidFill>
                  <a:srgbClr val="0B6FA4"/>
                </a:solidFill>
              </a:defRPr>
            </a:lvl4pPr>
            <a:lvl5pPr algn="r">
              <a:defRPr sz="1125" b="1">
                <a:solidFill>
                  <a:srgbClr val="0B6FA4"/>
                </a:solidFill>
              </a:defRPr>
            </a:lvl5pPr>
            <a:lvl6pPr algn="r">
              <a:defRPr sz="1125" b="1">
                <a:solidFill>
                  <a:srgbClr val="0B6FA4"/>
                </a:solidFill>
              </a:defRPr>
            </a:lvl6pPr>
            <a:lvl7pPr algn="r">
              <a:defRPr sz="1125" b="1">
                <a:solidFill>
                  <a:srgbClr val="0B6FA4"/>
                </a:solidFill>
              </a:defRPr>
            </a:lvl7pPr>
            <a:lvl8pPr algn="r">
              <a:defRPr sz="1125" b="1">
                <a:solidFill>
                  <a:srgbClr val="0B6FA4"/>
                </a:solidFill>
              </a:defRPr>
            </a:lvl8pPr>
            <a:lvl9pPr algn="r">
              <a:defRPr sz="1125" b="1">
                <a:solidFill>
                  <a:srgbClr val="0B6FA4"/>
                </a:solidFill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0B6FA4"/>
                </a:solidFill>
              </a:defRPr>
            </a:pPr>
            <a:r>
              <a:rPr sz="1125" b="1">
                <a:solidFill>
                  <a:srgbClr val="0B6FA4"/>
                </a:solidFill>
              </a:rPr>
              <a:t>NEXATECH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916D0A-9F6D-4943-93A8-876FD815F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FCB6B8-4426-4B63-B235-2598DF22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>
                <a:solidFill>
                  <a:srgbClr val="5D6873"/>
                </a:solidFill>
              </a:defRPr>
            </a:defPPr>
            <a:lvl1pPr algn="r">
              <a:defRPr sz="900">
                <a:solidFill>
                  <a:srgbClr val="5D6873"/>
                </a:solidFill>
              </a:defRPr>
            </a:lvl1pPr>
            <a:lvl2pPr algn="r">
              <a:defRPr sz="900">
                <a:solidFill>
                  <a:srgbClr val="5D6873"/>
                </a:solidFill>
              </a:defRPr>
            </a:lvl2pPr>
            <a:lvl3pPr algn="r">
              <a:defRPr sz="900">
                <a:solidFill>
                  <a:srgbClr val="5D6873"/>
                </a:solidFill>
              </a:defRPr>
            </a:lvl3pPr>
            <a:lvl4pPr algn="r">
              <a:defRPr sz="900">
                <a:solidFill>
                  <a:srgbClr val="5D6873"/>
                </a:solidFill>
              </a:defRPr>
            </a:lvl4pPr>
            <a:lvl5pPr algn="r">
              <a:defRPr sz="900">
                <a:solidFill>
                  <a:srgbClr val="5D6873"/>
                </a:solidFill>
              </a:defRPr>
            </a:lvl5pPr>
            <a:lvl6pPr algn="r">
              <a:defRPr sz="900">
                <a:solidFill>
                  <a:srgbClr val="5D6873"/>
                </a:solidFill>
              </a:defRPr>
            </a:lvl6pPr>
            <a:lvl7pPr algn="r">
              <a:defRPr sz="900">
                <a:solidFill>
                  <a:srgbClr val="5D6873"/>
                </a:solidFill>
              </a:defRPr>
            </a:lvl7pPr>
            <a:lvl8pPr algn="r">
              <a:defRPr sz="900">
                <a:solidFill>
                  <a:srgbClr val="5D6873"/>
                </a:solidFill>
              </a:defRPr>
            </a:lvl8pPr>
            <a:lvl9pPr algn="r">
              <a:defRPr sz="90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r">
              <a:defRPr sz="900">
                <a:solidFill>
                  <a:srgbClr val="5D6873"/>
                </a:solidFill>
              </a:defRPr>
            </a:pPr>
            <a:r>
              <a:rPr sz="900">
                <a:solidFill>
                  <a:srgbClr val="5D6873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833715-7F9D-4260-82F2-95CB78718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B8A72"/>
                </a:solidFill>
              </a:defRPr>
            </a:defPPr>
            <a:lvl1pPr>
              <a:defRPr sz="1425" b="1">
                <a:solidFill>
                  <a:srgbClr val="1B8A72"/>
                </a:solidFill>
              </a:defRPr>
            </a:lvl1pPr>
            <a:lvl2pPr>
              <a:defRPr sz="1425" b="1">
                <a:solidFill>
                  <a:srgbClr val="1B8A72"/>
                </a:solidFill>
              </a:defRPr>
            </a:lvl2pPr>
            <a:lvl3pPr>
              <a:defRPr sz="1425" b="1">
                <a:solidFill>
                  <a:srgbClr val="1B8A72"/>
                </a:solidFill>
              </a:defRPr>
            </a:lvl3pPr>
            <a:lvl4pPr>
              <a:defRPr sz="1425" b="1">
                <a:solidFill>
                  <a:srgbClr val="1B8A72"/>
                </a:solidFill>
              </a:defRPr>
            </a:lvl4pPr>
            <a:lvl5pPr>
              <a:defRPr sz="1425" b="1">
                <a:solidFill>
                  <a:srgbClr val="1B8A72"/>
                </a:solidFill>
              </a:defRPr>
            </a:lvl5pPr>
            <a:lvl6pPr>
              <a:defRPr sz="1425" b="1">
                <a:solidFill>
                  <a:srgbClr val="1B8A72"/>
                </a:solidFill>
              </a:defRPr>
            </a:lvl6pPr>
            <a:lvl7pPr>
              <a:defRPr sz="1425" b="1">
                <a:solidFill>
                  <a:srgbClr val="1B8A72"/>
                </a:solidFill>
              </a:defRPr>
            </a:lvl7pPr>
            <a:lvl8pPr>
              <a:defRPr sz="1425" b="1">
                <a:solidFill>
                  <a:srgbClr val="1B8A72"/>
                </a:solidFill>
              </a:defRPr>
            </a:lvl8pPr>
            <a:lvl9pPr>
              <a:defRPr sz="1425" b="1">
                <a:solidFill>
                  <a:srgbClr val="1B8A72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B8A72"/>
                </a:solidFill>
              </a:defRPr>
            </a:pPr>
            <a:r>
              <a:rPr sz="1425" b="1">
                <a:solidFill>
                  <a:srgbClr val="1B8A72"/>
                </a:solidFill>
              </a:rPr>
              <a:t>Roles and permissions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04CAE3-1ED6-4B0A-A1F5-2EFDC172A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52575"/>
            <a:ext cx="752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13202C"/>
                </a:solidFill>
              </a:defRPr>
            </a:defPPr>
            <a:lvl1pPr>
              <a:defRPr sz="1350">
                <a:solidFill>
                  <a:srgbClr val="13202C"/>
                </a:solidFill>
              </a:defRPr>
            </a:lvl1pPr>
            <a:lvl2pPr>
              <a:defRPr sz="1350">
                <a:solidFill>
                  <a:srgbClr val="13202C"/>
                </a:solidFill>
              </a:defRPr>
            </a:lvl2pPr>
            <a:lvl3pPr>
              <a:defRPr sz="1350">
                <a:solidFill>
                  <a:srgbClr val="13202C"/>
                </a:solidFill>
              </a:defRPr>
            </a:lvl3pPr>
            <a:lvl4pPr>
              <a:defRPr sz="1350">
                <a:solidFill>
                  <a:srgbClr val="13202C"/>
                </a:solidFill>
              </a:defRPr>
            </a:lvl4pPr>
            <a:lvl5pPr>
              <a:defRPr sz="1350">
                <a:solidFill>
                  <a:srgbClr val="13202C"/>
                </a:solidFill>
              </a:defRPr>
            </a:lvl5pPr>
            <a:lvl6pPr>
              <a:defRPr sz="1350">
                <a:solidFill>
                  <a:srgbClr val="13202C"/>
                </a:solidFill>
              </a:defRPr>
            </a:lvl6pPr>
            <a:lvl7pPr>
              <a:defRPr sz="1350">
                <a:solidFill>
                  <a:srgbClr val="13202C"/>
                </a:solidFill>
              </a:defRPr>
            </a:lvl7pPr>
            <a:lvl8pPr>
              <a:defRPr sz="1350">
                <a:solidFill>
                  <a:srgbClr val="13202C"/>
                </a:solidFill>
              </a:defRPr>
            </a:lvl8pPr>
            <a:lvl9pPr>
              <a:defRPr sz="1350">
                <a:solidFill>
                  <a:srgbClr val="13202C"/>
                </a:solidFill>
              </a:defRPr>
            </a:lvl9pPr>
          </a:lstStyle>
          <a:p xmlns:a="http://schemas.openxmlformats.org/drawingml/2006/main">
            <a:pPr>
              <a:defRPr sz="1350">
                <a:solidFill>
                  <a:srgbClr val="13202C"/>
                </a:solidFill>
              </a:defRPr>
            </a:pPr>
            <a:r>
              <a:rPr sz="1350">
                <a:solidFill>
                  <a:srgbClr val="13202C"/>
                </a:solidFill>
              </a:rPr>
              <a:t>Named responsibilities, approval rights, parent visibility, and module access.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700431-B1EE-40D1-AA53-51DD868B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7645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CCAEE0-0D5E-481E-B389-299137C0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B6FA4"/>
                </a:solidFill>
              </a:defRPr>
            </a:defPPr>
            <a:lvl1pPr>
              <a:defRPr sz="1425" b="1">
                <a:solidFill>
                  <a:srgbClr val="0B6FA4"/>
                </a:solidFill>
              </a:defRPr>
            </a:lvl1pPr>
            <a:lvl2pPr>
              <a:defRPr sz="1425" b="1">
                <a:solidFill>
                  <a:srgbClr val="0B6FA4"/>
                </a:solidFill>
              </a:defRPr>
            </a:lvl2pPr>
            <a:lvl3pPr>
              <a:defRPr sz="1425" b="1">
                <a:solidFill>
                  <a:srgbClr val="0B6FA4"/>
                </a:solidFill>
              </a:defRPr>
            </a:lvl3pPr>
            <a:lvl4pPr>
              <a:defRPr sz="1425" b="1">
                <a:solidFill>
                  <a:srgbClr val="0B6FA4"/>
                </a:solidFill>
              </a:defRPr>
            </a:lvl4pPr>
            <a:lvl5pPr>
              <a:defRPr sz="1425" b="1">
                <a:solidFill>
                  <a:srgbClr val="0B6FA4"/>
                </a:solidFill>
              </a:defRPr>
            </a:lvl5pPr>
            <a:lvl6pPr>
              <a:defRPr sz="1425" b="1">
                <a:solidFill>
                  <a:srgbClr val="0B6FA4"/>
                </a:solidFill>
              </a:defRPr>
            </a:lvl6pPr>
            <a:lvl7pPr>
              <a:defRPr sz="1425" b="1">
                <a:solidFill>
                  <a:srgbClr val="0B6FA4"/>
                </a:solidFill>
              </a:defRPr>
            </a:lvl7pPr>
            <a:lvl8pPr>
              <a:defRPr sz="1425" b="1">
                <a:solidFill>
                  <a:srgbClr val="0B6FA4"/>
                </a:solidFill>
              </a:defRPr>
            </a:lvl8pPr>
            <a:lvl9pPr>
              <a:defRPr sz="1425" b="1">
                <a:solidFill>
                  <a:srgbClr val="0B6FA4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B6FA4"/>
                </a:solidFill>
              </a:defRPr>
            </a:pPr>
            <a:r>
              <a:rPr sz="1425" b="1">
                <a:solidFill>
                  <a:srgbClr val="0B6FA4"/>
                </a:solidFill>
              </a:rPr>
              <a:t>Academic rules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707136-B580-4E4A-9A70-58CA7DA7E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76475"/>
            <a:ext cx="752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13202C"/>
                </a:solidFill>
              </a:defRPr>
            </a:defPPr>
            <a:lvl1pPr>
              <a:defRPr sz="1350">
                <a:solidFill>
                  <a:srgbClr val="13202C"/>
                </a:solidFill>
              </a:defRPr>
            </a:lvl1pPr>
            <a:lvl2pPr>
              <a:defRPr sz="1350">
                <a:solidFill>
                  <a:srgbClr val="13202C"/>
                </a:solidFill>
              </a:defRPr>
            </a:lvl2pPr>
            <a:lvl3pPr>
              <a:defRPr sz="1350">
                <a:solidFill>
                  <a:srgbClr val="13202C"/>
                </a:solidFill>
              </a:defRPr>
            </a:lvl3pPr>
            <a:lvl4pPr>
              <a:defRPr sz="1350">
                <a:solidFill>
                  <a:srgbClr val="13202C"/>
                </a:solidFill>
              </a:defRPr>
            </a:lvl4pPr>
            <a:lvl5pPr>
              <a:defRPr sz="1350">
                <a:solidFill>
                  <a:srgbClr val="13202C"/>
                </a:solidFill>
              </a:defRPr>
            </a:lvl5pPr>
            <a:lvl6pPr>
              <a:defRPr sz="1350">
                <a:solidFill>
                  <a:srgbClr val="13202C"/>
                </a:solidFill>
              </a:defRPr>
            </a:lvl6pPr>
            <a:lvl7pPr>
              <a:defRPr sz="1350">
                <a:solidFill>
                  <a:srgbClr val="13202C"/>
                </a:solidFill>
              </a:defRPr>
            </a:lvl7pPr>
            <a:lvl8pPr>
              <a:defRPr sz="1350">
                <a:solidFill>
                  <a:srgbClr val="13202C"/>
                </a:solidFill>
              </a:defRPr>
            </a:lvl8pPr>
            <a:lvl9pPr>
              <a:defRPr sz="1350">
                <a:solidFill>
                  <a:srgbClr val="13202C"/>
                </a:solidFill>
              </a:defRPr>
            </a:lvl9pPr>
          </a:lstStyle>
          <a:p xmlns:a="http://schemas.openxmlformats.org/drawingml/2006/main">
            <a:pPr>
              <a:defRPr sz="1350">
                <a:solidFill>
                  <a:srgbClr val="13202C"/>
                </a:solidFill>
              </a:defRPr>
            </a:pPr>
            <a:r>
              <a:rPr sz="1350">
                <a:solidFill>
                  <a:srgbClr val="13202C"/>
                </a:solidFill>
              </a:rPr>
              <a:t>Terms, subjects, grading bands, assessment weights, report layouts, and class structures.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AC5C5B-7A19-455D-A153-FCC9EAB2E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0035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F9D7C8-3710-43D9-84E7-47AC10DB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B8A72"/>
                </a:solidFill>
              </a:defRPr>
            </a:defPPr>
            <a:lvl1pPr>
              <a:defRPr sz="1425" b="1">
                <a:solidFill>
                  <a:srgbClr val="1B8A72"/>
                </a:solidFill>
              </a:defRPr>
            </a:lvl1pPr>
            <a:lvl2pPr>
              <a:defRPr sz="1425" b="1">
                <a:solidFill>
                  <a:srgbClr val="1B8A72"/>
                </a:solidFill>
              </a:defRPr>
            </a:lvl2pPr>
            <a:lvl3pPr>
              <a:defRPr sz="1425" b="1">
                <a:solidFill>
                  <a:srgbClr val="1B8A72"/>
                </a:solidFill>
              </a:defRPr>
            </a:lvl3pPr>
            <a:lvl4pPr>
              <a:defRPr sz="1425" b="1">
                <a:solidFill>
                  <a:srgbClr val="1B8A72"/>
                </a:solidFill>
              </a:defRPr>
            </a:lvl4pPr>
            <a:lvl5pPr>
              <a:defRPr sz="1425" b="1">
                <a:solidFill>
                  <a:srgbClr val="1B8A72"/>
                </a:solidFill>
              </a:defRPr>
            </a:lvl5pPr>
            <a:lvl6pPr>
              <a:defRPr sz="1425" b="1">
                <a:solidFill>
                  <a:srgbClr val="1B8A72"/>
                </a:solidFill>
              </a:defRPr>
            </a:lvl6pPr>
            <a:lvl7pPr>
              <a:defRPr sz="1425" b="1">
                <a:solidFill>
                  <a:srgbClr val="1B8A72"/>
                </a:solidFill>
              </a:defRPr>
            </a:lvl7pPr>
            <a:lvl8pPr>
              <a:defRPr sz="1425" b="1">
                <a:solidFill>
                  <a:srgbClr val="1B8A72"/>
                </a:solidFill>
              </a:defRPr>
            </a:lvl8pPr>
            <a:lvl9pPr>
              <a:defRPr sz="1425" b="1">
                <a:solidFill>
                  <a:srgbClr val="1B8A72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B8A72"/>
                </a:solidFill>
              </a:defRPr>
            </a:pPr>
            <a:r>
              <a:rPr sz="1425" b="1">
                <a:solidFill>
                  <a:srgbClr val="1B8A72"/>
                </a:solidFill>
              </a:rPr>
              <a:t>Data intake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36C76B-2817-4CFE-A07A-4EBF113E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00375"/>
            <a:ext cx="752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13202C"/>
                </a:solidFill>
              </a:defRPr>
            </a:defPPr>
            <a:lvl1pPr>
              <a:defRPr sz="1350">
                <a:solidFill>
                  <a:srgbClr val="13202C"/>
                </a:solidFill>
              </a:defRPr>
            </a:lvl1pPr>
            <a:lvl2pPr>
              <a:defRPr sz="1350">
                <a:solidFill>
                  <a:srgbClr val="13202C"/>
                </a:solidFill>
              </a:defRPr>
            </a:lvl2pPr>
            <a:lvl3pPr>
              <a:defRPr sz="1350">
                <a:solidFill>
                  <a:srgbClr val="13202C"/>
                </a:solidFill>
              </a:defRPr>
            </a:lvl3pPr>
            <a:lvl4pPr>
              <a:defRPr sz="1350">
                <a:solidFill>
                  <a:srgbClr val="13202C"/>
                </a:solidFill>
              </a:defRPr>
            </a:lvl4pPr>
            <a:lvl5pPr>
              <a:defRPr sz="1350">
                <a:solidFill>
                  <a:srgbClr val="13202C"/>
                </a:solidFill>
              </a:defRPr>
            </a:lvl5pPr>
            <a:lvl6pPr>
              <a:defRPr sz="1350">
                <a:solidFill>
                  <a:srgbClr val="13202C"/>
                </a:solidFill>
              </a:defRPr>
            </a:lvl6pPr>
            <a:lvl7pPr>
              <a:defRPr sz="1350">
                <a:solidFill>
                  <a:srgbClr val="13202C"/>
                </a:solidFill>
              </a:defRPr>
            </a:lvl7pPr>
            <a:lvl8pPr>
              <a:defRPr sz="1350">
                <a:solidFill>
                  <a:srgbClr val="13202C"/>
                </a:solidFill>
              </a:defRPr>
            </a:lvl8pPr>
            <a:lvl9pPr>
              <a:defRPr sz="1350">
                <a:solidFill>
                  <a:srgbClr val="13202C"/>
                </a:solidFill>
              </a:defRPr>
            </a:lvl9pPr>
          </a:lstStyle>
          <a:p xmlns:a="http://schemas.openxmlformats.org/drawingml/2006/main">
            <a:pPr>
              <a:defRPr sz="1350">
                <a:solidFill>
                  <a:srgbClr val="13202C"/>
                </a:solidFill>
              </a:defRPr>
            </a:pPr>
            <a:r>
              <a:rPr sz="1350">
                <a:solidFill>
                  <a:srgbClr val="13202C"/>
                </a:solidFill>
              </a:rPr>
              <a:t>Import templates, required fields, validation rules, archive mapping, and optional OCR review.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4E0513-67E0-48A6-8B07-6561F5FE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2425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722575-400C-4EFF-9196-929CBDE8E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B6FA4"/>
                </a:solidFill>
              </a:defRPr>
            </a:defPPr>
            <a:lvl1pPr>
              <a:defRPr sz="1425" b="1">
                <a:solidFill>
                  <a:srgbClr val="0B6FA4"/>
                </a:solidFill>
              </a:defRPr>
            </a:lvl1pPr>
            <a:lvl2pPr>
              <a:defRPr sz="1425" b="1">
                <a:solidFill>
                  <a:srgbClr val="0B6FA4"/>
                </a:solidFill>
              </a:defRPr>
            </a:lvl2pPr>
            <a:lvl3pPr>
              <a:defRPr sz="1425" b="1">
                <a:solidFill>
                  <a:srgbClr val="0B6FA4"/>
                </a:solidFill>
              </a:defRPr>
            </a:lvl3pPr>
            <a:lvl4pPr>
              <a:defRPr sz="1425" b="1">
                <a:solidFill>
                  <a:srgbClr val="0B6FA4"/>
                </a:solidFill>
              </a:defRPr>
            </a:lvl4pPr>
            <a:lvl5pPr>
              <a:defRPr sz="1425" b="1">
                <a:solidFill>
                  <a:srgbClr val="0B6FA4"/>
                </a:solidFill>
              </a:defRPr>
            </a:lvl5pPr>
            <a:lvl6pPr>
              <a:defRPr sz="1425" b="1">
                <a:solidFill>
                  <a:srgbClr val="0B6FA4"/>
                </a:solidFill>
              </a:defRPr>
            </a:lvl6pPr>
            <a:lvl7pPr>
              <a:defRPr sz="1425" b="1">
                <a:solidFill>
                  <a:srgbClr val="0B6FA4"/>
                </a:solidFill>
              </a:defRPr>
            </a:lvl7pPr>
            <a:lvl8pPr>
              <a:defRPr sz="1425" b="1">
                <a:solidFill>
                  <a:srgbClr val="0B6FA4"/>
                </a:solidFill>
              </a:defRPr>
            </a:lvl8pPr>
            <a:lvl9pPr>
              <a:defRPr sz="1425" b="1">
                <a:solidFill>
                  <a:srgbClr val="0B6FA4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B6FA4"/>
                </a:solidFill>
              </a:defRPr>
            </a:pPr>
            <a:r>
              <a:rPr sz="1425" b="1">
                <a:solidFill>
                  <a:srgbClr val="0B6FA4"/>
                </a:solidFill>
              </a:rPr>
              <a:t>Communications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830519-643C-4BAF-BC8E-5893A85D3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24275"/>
            <a:ext cx="752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13202C"/>
                </a:solidFill>
              </a:defRPr>
            </a:defPPr>
            <a:lvl1pPr>
              <a:defRPr sz="1350">
                <a:solidFill>
                  <a:srgbClr val="13202C"/>
                </a:solidFill>
              </a:defRPr>
            </a:lvl1pPr>
            <a:lvl2pPr>
              <a:defRPr sz="1350">
                <a:solidFill>
                  <a:srgbClr val="13202C"/>
                </a:solidFill>
              </a:defRPr>
            </a:lvl2pPr>
            <a:lvl3pPr>
              <a:defRPr sz="1350">
                <a:solidFill>
                  <a:srgbClr val="13202C"/>
                </a:solidFill>
              </a:defRPr>
            </a:lvl3pPr>
            <a:lvl4pPr>
              <a:defRPr sz="1350">
                <a:solidFill>
                  <a:srgbClr val="13202C"/>
                </a:solidFill>
              </a:defRPr>
            </a:lvl4pPr>
            <a:lvl5pPr>
              <a:defRPr sz="1350">
                <a:solidFill>
                  <a:srgbClr val="13202C"/>
                </a:solidFill>
              </a:defRPr>
            </a:lvl5pPr>
            <a:lvl6pPr>
              <a:defRPr sz="1350">
                <a:solidFill>
                  <a:srgbClr val="13202C"/>
                </a:solidFill>
              </a:defRPr>
            </a:lvl6pPr>
            <a:lvl7pPr>
              <a:defRPr sz="1350">
                <a:solidFill>
                  <a:srgbClr val="13202C"/>
                </a:solidFill>
              </a:defRPr>
            </a:lvl7pPr>
            <a:lvl8pPr>
              <a:defRPr sz="1350">
                <a:solidFill>
                  <a:srgbClr val="13202C"/>
                </a:solidFill>
              </a:defRPr>
            </a:lvl8pPr>
            <a:lvl9pPr>
              <a:defRPr sz="1350">
                <a:solidFill>
                  <a:srgbClr val="13202C"/>
                </a:solidFill>
              </a:defRPr>
            </a:lvl9pPr>
          </a:lstStyle>
          <a:p xmlns:a="http://schemas.openxmlformats.org/drawingml/2006/main">
            <a:pPr>
              <a:defRPr sz="1350">
                <a:solidFill>
                  <a:srgbClr val="13202C"/>
                </a:solidFill>
              </a:defRPr>
            </a:pPr>
            <a:r>
              <a:rPr sz="1350">
                <a:solidFill>
                  <a:srgbClr val="13202C"/>
                </a:solidFill>
              </a:rPr>
              <a:t>Sender identity, templates, audiences, schedules, SMS and email providers, then WhatsApp if approved.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E886CF-4755-4CAF-96E3-3EE08814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24815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90562F-CACD-4A8D-9575-D43A62C7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B8A72"/>
                </a:solidFill>
              </a:defRPr>
            </a:defPPr>
            <a:lvl1pPr>
              <a:defRPr sz="1425" b="1">
                <a:solidFill>
                  <a:srgbClr val="1B8A72"/>
                </a:solidFill>
              </a:defRPr>
            </a:lvl1pPr>
            <a:lvl2pPr>
              <a:defRPr sz="1425" b="1">
                <a:solidFill>
                  <a:srgbClr val="1B8A72"/>
                </a:solidFill>
              </a:defRPr>
            </a:lvl2pPr>
            <a:lvl3pPr>
              <a:defRPr sz="1425" b="1">
                <a:solidFill>
                  <a:srgbClr val="1B8A72"/>
                </a:solidFill>
              </a:defRPr>
            </a:lvl3pPr>
            <a:lvl4pPr>
              <a:defRPr sz="1425" b="1">
                <a:solidFill>
                  <a:srgbClr val="1B8A72"/>
                </a:solidFill>
              </a:defRPr>
            </a:lvl4pPr>
            <a:lvl5pPr>
              <a:defRPr sz="1425" b="1">
                <a:solidFill>
                  <a:srgbClr val="1B8A72"/>
                </a:solidFill>
              </a:defRPr>
            </a:lvl5pPr>
            <a:lvl6pPr>
              <a:defRPr sz="1425" b="1">
                <a:solidFill>
                  <a:srgbClr val="1B8A72"/>
                </a:solidFill>
              </a:defRPr>
            </a:lvl6pPr>
            <a:lvl7pPr>
              <a:defRPr sz="1425" b="1">
                <a:solidFill>
                  <a:srgbClr val="1B8A72"/>
                </a:solidFill>
              </a:defRPr>
            </a:lvl7pPr>
            <a:lvl8pPr>
              <a:defRPr sz="1425" b="1">
                <a:solidFill>
                  <a:srgbClr val="1B8A72"/>
                </a:solidFill>
              </a:defRPr>
            </a:lvl8pPr>
            <a:lvl9pPr>
              <a:defRPr sz="1425" b="1">
                <a:solidFill>
                  <a:srgbClr val="1B8A72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B8A72"/>
                </a:solidFill>
              </a:defRPr>
            </a:pPr>
            <a:r>
              <a:rPr sz="1425" b="1">
                <a:solidFill>
                  <a:srgbClr val="1B8A72"/>
                </a:solidFill>
              </a:rPr>
              <a:t>School presence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B4E19F-0495-43F8-982E-611E276BF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48175"/>
            <a:ext cx="752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13202C"/>
                </a:solidFill>
              </a:defRPr>
            </a:defPPr>
            <a:lvl1pPr>
              <a:defRPr sz="1350">
                <a:solidFill>
                  <a:srgbClr val="13202C"/>
                </a:solidFill>
              </a:defRPr>
            </a:lvl1pPr>
            <a:lvl2pPr>
              <a:defRPr sz="1350">
                <a:solidFill>
                  <a:srgbClr val="13202C"/>
                </a:solidFill>
              </a:defRPr>
            </a:lvl2pPr>
            <a:lvl3pPr>
              <a:defRPr sz="1350">
                <a:solidFill>
                  <a:srgbClr val="13202C"/>
                </a:solidFill>
              </a:defRPr>
            </a:lvl3pPr>
            <a:lvl4pPr>
              <a:defRPr sz="1350">
                <a:solidFill>
                  <a:srgbClr val="13202C"/>
                </a:solidFill>
              </a:defRPr>
            </a:lvl4pPr>
            <a:lvl5pPr>
              <a:defRPr sz="1350">
                <a:solidFill>
                  <a:srgbClr val="13202C"/>
                </a:solidFill>
              </a:defRPr>
            </a:lvl5pPr>
            <a:lvl6pPr>
              <a:defRPr sz="1350">
                <a:solidFill>
                  <a:srgbClr val="13202C"/>
                </a:solidFill>
              </a:defRPr>
            </a:lvl6pPr>
            <a:lvl7pPr>
              <a:defRPr sz="1350">
                <a:solidFill>
                  <a:srgbClr val="13202C"/>
                </a:solidFill>
              </a:defRPr>
            </a:lvl7pPr>
            <a:lvl8pPr>
              <a:defRPr sz="1350">
                <a:solidFill>
                  <a:srgbClr val="13202C"/>
                </a:solidFill>
              </a:defRPr>
            </a:lvl8pPr>
            <a:lvl9pPr>
              <a:defRPr sz="1350">
                <a:solidFill>
                  <a:srgbClr val="13202C"/>
                </a:solidFill>
              </a:defRPr>
            </a:lvl9pPr>
          </a:lstStyle>
          <a:p xmlns:a="http://schemas.openxmlformats.org/drawingml/2006/main">
            <a:pPr>
              <a:defRPr sz="1350">
                <a:solidFill>
                  <a:srgbClr val="13202C"/>
                </a:solidFill>
              </a:defRPr>
            </a:pPr>
            <a:r>
              <a:rPr sz="1350">
                <a:solidFill>
                  <a:srgbClr val="13202C"/>
                </a:solidFill>
              </a:rPr>
              <a:t>Branding, domain, parent portal, internal news, and an optional public updates page.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428AB9-AD7F-4D8F-9576-0AF1CD0E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97205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379A20-F141-4EC7-BA91-F3B049400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816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B6FA4"/>
                </a:solidFill>
              </a:defRPr>
            </a:defPPr>
            <a:lvl1pPr>
              <a:defRPr sz="1425" b="1">
                <a:solidFill>
                  <a:srgbClr val="0B6FA4"/>
                </a:solidFill>
              </a:defRPr>
            </a:lvl1pPr>
            <a:lvl2pPr>
              <a:defRPr sz="1425" b="1">
                <a:solidFill>
                  <a:srgbClr val="0B6FA4"/>
                </a:solidFill>
              </a:defRPr>
            </a:lvl2pPr>
            <a:lvl3pPr>
              <a:defRPr sz="1425" b="1">
                <a:solidFill>
                  <a:srgbClr val="0B6FA4"/>
                </a:solidFill>
              </a:defRPr>
            </a:lvl3pPr>
            <a:lvl4pPr>
              <a:defRPr sz="1425" b="1">
                <a:solidFill>
                  <a:srgbClr val="0B6FA4"/>
                </a:solidFill>
              </a:defRPr>
            </a:lvl4pPr>
            <a:lvl5pPr>
              <a:defRPr sz="1425" b="1">
                <a:solidFill>
                  <a:srgbClr val="0B6FA4"/>
                </a:solidFill>
              </a:defRPr>
            </a:lvl5pPr>
            <a:lvl6pPr>
              <a:defRPr sz="1425" b="1">
                <a:solidFill>
                  <a:srgbClr val="0B6FA4"/>
                </a:solidFill>
              </a:defRPr>
            </a:lvl6pPr>
            <a:lvl7pPr>
              <a:defRPr sz="1425" b="1">
                <a:solidFill>
                  <a:srgbClr val="0B6FA4"/>
                </a:solidFill>
              </a:defRPr>
            </a:lvl7pPr>
            <a:lvl8pPr>
              <a:defRPr sz="1425" b="1">
                <a:solidFill>
                  <a:srgbClr val="0B6FA4"/>
                </a:solidFill>
              </a:defRPr>
            </a:lvl8pPr>
            <a:lvl9pPr>
              <a:defRPr sz="1425" b="1">
                <a:solidFill>
                  <a:srgbClr val="0B6FA4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B6FA4"/>
                </a:solidFill>
              </a:defRPr>
            </a:pPr>
            <a:r>
              <a:rPr sz="1425" b="1">
                <a:solidFill>
                  <a:srgbClr val="0B6FA4"/>
                </a:solidFill>
              </a:rPr>
              <a:t>Integrations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4BDB9B-80A3-4D9C-866D-8BB6E3082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172075"/>
            <a:ext cx="752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13202C"/>
                </a:solidFill>
              </a:defRPr>
            </a:defPPr>
            <a:lvl1pPr>
              <a:defRPr sz="1350">
                <a:solidFill>
                  <a:srgbClr val="13202C"/>
                </a:solidFill>
              </a:defRPr>
            </a:lvl1pPr>
            <a:lvl2pPr>
              <a:defRPr sz="1350">
                <a:solidFill>
                  <a:srgbClr val="13202C"/>
                </a:solidFill>
              </a:defRPr>
            </a:lvl2pPr>
            <a:lvl3pPr>
              <a:defRPr sz="1350">
                <a:solidFill>
                  <a:srgbClr val="13202C"/>
                </a:solidFill>
              </a:defRPr>
            </a:lvl3pPr>
            <a:lvl4pPr>
              <a:defRPr sz="1350">
                <a:solidFill>
                  <a:srgbClr val="13202C"/>
                </a:solidFill>
              </a:defRPr>
            </a:lvl4pPr>
            <a:lvl5pPr>
              <a:defRPr sz="1350">
                <a:solidFill>
                  <a:srgbClr val="13202C"/>
                </a:solidFill>
              </a:defRPr>
            </a:lvl5pPr>
            <a:lvl6pPr>
              <a:defRPr sz="1350">
                <a:solidFill>
                  <a:srgbClr val="13202C"/>
                </a:solidFill>
              </a:defRPr>
            </a:lvl6pPr>
            <a:lvl7pPr>
              <a:defRPr sz="1350">
                <a:solidFill>
                  <a:srgbClr val="13202C"/>
                </a:solidFill>
              </a:defRPr>
            </a:lvl7pPr>
            <a:lvl8pPr>
              <a:defRPr sz="1350">
                <a:solidFill>
                  <a:srgbClr val="13202C"/>
                </a:solidFill>
              </a:defRPr>
            </a:lvl8pPr>
            <a:lvl9pPr>
              <a:defRPr sz="1350">
                <a:solidFill>
                  <a:srgbClr val="13202C"/>
                </a:solidFill>
              </a:defRPr>
            </a:lvl9pPr>
          </a:lstStyle>
          <a:p xmlns:a="http://schemas.openxmlformats.org/drawingml/2006/main">
            <a:pPr>
              <a:defRPr sz="1350">
                <a:solidFill>
                  <a:srgbClr val="13202C"/>
                </a:solidFill>
              </a:defRPr>
            </a:pPr>
            <a:r>
              <a:rPr sz="1350">
                <a:solidFill>
                  <a:srgbClr val="13202C"/>
                </a:solidFill>
              </a:rPr>
              <a:t>Managed API access, payments, exports, and approved connections to existing services.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02C90B-4DEA-4470-94FB-CE3D2983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0F315D"/>
                </a:solidFill>
              </a:defRPr>
            </a:defPPr>
            <a:lvl1pPr>
              <a:defRPr sz="1275" b="1">
                <a:solidFill>
                  <a:srgbClr val="0F315D"/>
                </a:solidFill>
              </a:defRPr>
            </a:lvl1pPr>
            <a:lvl2pPr>
              <a:defRPr sz="1275" b="1">
                <a:solidFill>
                  <a:srgbClr val="0F315D"/>
                </a:solidFill>
              </a:defRPr>
            </a:lvl2pPr>
            <a:lvl3pPr>
              <a:defRPr sz="1275" b="1">
                <a:solidFill>
                  <a:srgbClr val="0F315D"/>
                </a:solidFill>
              </a:defRPr>
            </a:lvl3pPr>
            <a:lvl4pPr>
              <a:defRPr sz="1275" b="1">
                <a:solidFill>
                  <a:srgbClr val="0F315D"/>
                </a:solidFill>
              </a:defRPr>
            </a:lvl4pPr>
            <a:lvl5pPr>
              <a:defRPr sz="1275" b="1">
                <a:solidFill>
                  <a:srgbClr val="0F315D"/>
                </a:solidFill>
              </a:defRPr>
            </a:lvl5pPr>
            <a:lvl6pPr>
              <a:defRPr sz="1275" b="1">
                <a:solidFill>
                  <a:srgbClr val="0F315D"/>
                </a:solidFill>
              </a:defRPr>
            </a:lvl6pPr>
            <a:lvl7pPr>
              <a:defRPr sz="1275" b="1">
                <a:solidFill>
                  <a:srgbClr val="0F315D"/>
                </a:solidFill>
              </a:defRPr>
            </a:lvl7pPr>
            <a:lvl8pPr>
              <a:defRPr sz="1275" b="1">
                <a:solidFill>
                  <a:srgbClr val="0F315D"/>
                </a:solidFill>
              </a:defRPr>
            </a:lvl8pPr>
            <a:lvl9pPr>
              <a:defRPr sz="1275" b="1">
                <a:solidFill>
                  <a:srgbClr val="0F315D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F315D"/>
                </a:solidFill>
              </a:defRPr>
            </a:pPr>
            <a:r>
              <a:rPr sz="1275" b="1">
                <a:solidFill>
                  <a:srgbClr val="0F315D"/>
                </a:solidFill>
              </a:rPr>
              <a:t>The implementation plan should enable modules in phases, with a price, owner, test, and acceptance condition for each phase.</a:t>
            </a:r>
          </a:p>
        </p:txBody>
      </p:sp>
    </p:spTree>
    <p:extLst>
      <p:ext uri="{BB962C8B-B14F-4D97-AF65-F5344CB8AC3E}">
        <p14:creationId xmlns:p14="http://schemas.microsoft.com/office/powerpoint/2010/main" val="48642496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4E761F-274B-4BC4-8F17-7B7B09AC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00" b="1" i="0">
                <a:solidFill>
                  <a:srgbClr val="0F315D"/>
                </a:solidFill>
              </a:defRPr>
            </a:defPPr>
            <a:lvl1pPr algn="l">
              <a:buNone/>
              <a:defRPr sz="2400" b="1" i="0">
                <a:solidFill>
                  <a:srgbClr val="0F315D"/>
                </a:solidFill>
              </a:defRPr>
            </a:lvl1pPr>
            <a:lvl2pPr algn="l">
              <a:buNone/>
              <a:defRPr sz="2400" b="1" i="0">
                <a:solidFill>
                  <a:srgbClr val="0F315D"/>
                </a:solidFill>
              </a:defRPr>
            </a:lvl2pPr>
            <a:lvl3pPr algn="l">
              <a:buNone/>
              <a:defRPr sz="2400" b="1" i="0">
                <a:solidFill>
                  <a:srgbClr val="0F315D"/>
                </a:solidFill>
              </a:defRPr>
            </a:lvl3pPr>
            <a:lvl4pPr algn="l">
              <a:buNone/>
              <a:defRPr sz="2400" b="1" i="0">
                <a:solidFill>
                  <a:srgbClr val="0F315D"/>
                </a:solidFill>
              </a:defRPr>
            </a:lvl4pPr>
            <a:lvl5pPr algn="l">
              <a:buNone/>
              <a:defRPr sz="2400" b="1" i="0">
                <a:solidFill>
                  <a:srgbClr val="0F315D"/>
                </a:solidFill>
              </a:defRPr>
            </a:lvl5pPr>
            <a:lvl6pPr algn="l">
              <a:buNone/>
              <a:defRPr sz="2400" b="1" i="0">
                <a:solidFill>
                  <a:srgbClr val="0F315D"/>
                </a:solidFill>
              </a:defRPr>
            </a:lvl6pPr>
            <a:lvl7pPr algn="l">
              <a:buNone/>
              <a:defRPr sz="2400" b="1" i="0">
                <a:solidFill>
                  <a:srgbClr val="0F315D"/>
                </a:solidFill>
              </a:defRPr>
            </a:lvl7pPr>
            <a:lvl8pPr algn="l">
              <a:buNone/>
              <a:defRPr sz="2400" b="1" i="0">
                <a:solidFill>
                  <a:srgbClr val="0F315D"/>
                </a:solidFill>
              </a:defRPr>
            </a:lvl8pPr>
            <a:lvl9pPr algn="l">
              <a:buNone/>
              <a:defRPr sz="2400" b="1" i="0">
                <a:solidFill>
                  <a:srgbClr val="0F315D"/>
                </a:solidFill>
              </a:defRPr>
            </a:lvl9pPr>
          </a:lstStyle>
          <a:p xmlns:a="http://schemas.openxmlformats.org/drawingml/2006/main">
            <a:pPr algn="l">
              <a:buNone/>
              <a:defRPr sz="2400" b="1" i="0">
                <a:solidFill>
                  <a:srgbClr val="0F315D"/>
                </a:solidFill>
              </a:defRPr>
            </a:pPr>
            <a:r>
              <a:rPr sz="2400" b="1" i="0">
                <a:solidFill>
                  <a:srgbClr val="0F315D"/>
                </a:solidFill>
              </a:rPr>
              <a:t>Proposed 30 day 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C60E91-2F88-4B19-BFFD-0135340EA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953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5D6873"/>
                </a:solidFill>
              </a:defRPr>
            </a:defPPr>
            <a:lvl1pPr algn="l">
              <a:buNone/>
              <a:defRPr sz="1275" b="0" i="0">
                <a:solidFill>
                  <a:srgbClr val="5D6873"/>
                </a:solidFill>
              </a:defRPr>
            </a:lvl1pPr>
            <a:lvl2pPr algn="l">
              <a:buNone/>
              <a:defRPr sz="1275" b="0" i="0">
                <a:solidFill>
                  <a:srgbClr val="5D6873"/>
                </a:solidFill>
              </a:defRPr>
            </a:lvl2pPr>
            <a:lvl3pPr algn="l">
              <a:buNone/>
              <a:defRPr sz="1275" b="0" i="0">
                <a:solidFill>
                  <a:srgbClr val="5D6873"/>
                </a:solidFill>
              </a:defRPr>
            </a:lvl3pPr>
            <a:lvl4pPr algn="l">
              <a:buNone/>
              <a:defRPr sz="1275" b="0" i="0">
                <a:solidFill>
                  <a:srgbClr val="5D6873"/>
                </a:solidFill>
              </a:defRPr>
            </a:lvl4pPr>
            <a:lvl5pPr algn="l">
              <a:buNone/>
              <a:defRPr sz="1275" b="0" i="0">
                <a:solidFill>
                  <a:srgbClr val="5D6873"/>
                </a:solidFill>
              </a:defRPr>
            </a:lvl5pPr>
            <a:lvl6pPr algn="l">
              <a:buNone/>
              <a:defRPr sz="1275" b="0" i="0">
                <a:solidFill>
                  <a:srgbClr val="5D6873"/>
                </a:solidFill>
              </a:defRPr>
            </a:lvl6pPr>
            <a:lvl7pPr algn="l">
              <a:buNone/>
              <a:defRPr sz="1275" b="0" i="0">
                <a:solidFill>
                  <a:srgbClr val="5D6873"/>
                </a:solidFill>
              </a:defRPr>
            </a:lvl7pPr>
            <a:lvl8pPr algn="l">
              <a:buNone/>
              <a:defRPr sz="1275" b="0" i="0">
                <a:solidFill>
                  <a:srgbClr val="5D6873"/>
                </a:solidFill>
              </a:defRPr>
            </a:lvl8pPr>
            <a:lvl9pPr algn="l">
              <a:buNone/>
              <a:defRPr sz="1275" b="0" i="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 i="0">
                <a:solidFill>
                  <a:srgbClr val="5D6873"/>
                </a:solidFill>
              </a:defRPr>
            </a:pPr>
            <a:r>
              <a:rPr sz="1275" b="0" i="0">
                <a:solidFill>
                  <a:srgbClr val="5D6873"/>
                </a:solidFill>
              </a:rPr>
              <a:t>A controlled evaluation using agreed data and named users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B961C0-806A-4276-BC79-1C05474EF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2862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125" b="1" i="0">
                <a:solidFill>
                  <a:srgbClr val="0B6FA4"/>
                </a:solidFill>
              </a:defRPr>
            </a:defPPr>
            <a:lvl1pPr algn="r">
              <a:buNone/>
              <a:defRPr sz="1125" b="1" i="0">
                <a:solidFill>
                  <a:srgbClr val="0B6FA4"/>
                </a:solidFill>
              </a:defRPr>
            </a:lvl1pPr>
            <a:lvl2pPr algn="r">
              <a:buNone/>
              <a:defRPr sz="1125" b="1" i="0">
                <a:solidFill>
                  <a:srgbClr val="0B6FA4"/>
                </a:solidFill>
              </a:defRPr>
            </a:lvl2pPr>
            <a:lvl3pPr algn="r">
              <a:buNone/>
              <a:defRPr sz="1125" b="1" i="0">
                <a:solidFill>
                  <a:srgbClr val="0B6FA4"/>
                </a:solidFill>
              </a:defRPr>
            </a:lvl3pPr>
            <a:lvl4pPr algn="r">
              <a:buNone/>
              <a:defRPr sz="1125" b="1" i="0">
                <a:solidFill>
                  <a:srgbClr val="0B6FA4"/>
                </a:solidFill>
              </a:defRPr>
            </a:lvl4pPr>
            <a:lvl5pPr algn="r">
              <a:buNone/>
              <a:defRPr sz="1125" b="1" i="0">
                <a:solidFill>
                  <a:srgbClr val="0B6FA4"/>
                </a:solidFill>
              </a:defRPr>
            </a:lvl5pPr>
            <a:lvl6pPr algn="r">
              <a:buNone/>
              <a:defRPr sz="1125" b="1" i="0">
                <a:solidFill>
                  <a:srgbClr val="0B6FA4"/>
                </a:solidFill>
              </a:defRPr>
            </a:lvl6pPr>
            <a:lvl7pPr algn="r">
              <a:buNone/>
              <a:defRPr sz="1125" b="1" i="0">
                <a:solidFill>
                  <a:srgbClr val="0B6FA4"/>
                </a:solidFill>
              </a:defRPr>
            </a:lvl7pPr>
            <a:lvl8pPr algn="r">
              <a:buNone/>
              <a:defRPr sz="1125" b="1" i="0">
                <a:solidFill>
                  <a:srgbClr val="0B6FA4"/>
                </a:solidFill>
              </a:defRPr>
            </a:lvl8pPr>
            <a:lvl9pPr algn="r">
              <a:buNone/>
              <a:defRPr sz="1125" b="1" i="0">
                <a:solidFill>
                  <a:srgbClr val="0B6FA4"/>
                </a:solidFill>
              </a:defRPr>
            </a:lvl9pPr>
          </a:lstStyle>
          <a:p xmlns:a="http://schemas.openxmlformats.org/drawingml/2006/main">
            <a:pPr algn="r">
              <a:buNone/>
              <a:defRPr sz="1125" b="1" i="0">
                <a:solidFill>
                  <a:srgbClr val="0B6FA4"/>
                </a:solidFill>
              </a:defRPr>
            </a:pPr>
            <a:r>
              <a:rPr sz="1125" b="1" i="0">
                <a:solidFill>
                  <a:srgbClr val="0B6FA4"/>
                </a:solidFill>
              </a:rPr>
              <a:t>NEXATECH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7B098C-5462-4E3A-B77B-4831A20CE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solidFill>
              <a:srgbClr val="D7E0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D06E7E-8C17-4D1A-8233-D2C772108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1B8A72"/>
                </a:solidFill>
              </a:defRPr>
            </a:defPPr>
            <a:lvl1pPr algn="l">
              <a:buNone/>
              <a:defRPr sz="1275" b="1" i="0">
                <a:solidFill>
                  <a:srgbClr val="1B8A72"/>
                </a:solidFill>
              </a:defRPr>
            </a:lvl1pPr>
            <a:lvl2pPr algn="l">
              <a:buNone/>
              <a:defRPr sz="1275" b="1" i="0">
                <a:solidFill>
                  <a:srgbClr val="1B8A72"/>
                </a:solidFill>
              </a:defRPr>
            </a:lvl2pPr>
            <a:lvl3pPr algn="l">
              <a:buNone/>
              <a:defRPr sz="1275" b="1" i="0">
                <a:solidFill>
                  <a:srgbClr val="1B8A72"/>
                </a:solidFill>
              </a:defRPr>
            </a:lvl3pPr>
            <a:lvl4pPr algn="l">
              <a:buNone/>
              <a:defRPr sz="1275" b="1" i="0">
                <a:solidFill>
                  <a:srgbClr val="1B8A72"/>
                </a:solidFill>
              </a:defRPr>
            </a:lvl4pPr>
            <a:lvl5pPr algn="l">
              <a:buNone/>
              <a:defRPr sz="1275" b="1" i="0">
                <a:solidFill>
                  <a:srgbClr val="1B8A72"/>
                </a:solidFill>
              </a:defRPr>
            </a:lvl5pPr>
            <a:lvl6pPr algn="l">
              <a:buNone/>
              <a:defRPr sz="1275" b="1" i="0">
                <a:solidFill>
                  <a:srgbClr val="1B8A72"/>
                </a:solidFill>
              </a:defRPr>
            </a:lvl6pPr>
            <a:lvl7pPr algn="l">
              <a:buNone/>
              <a:defRPr sz="1275" b="1" i="0">
                <a:solidFill>
                  <a:srgbClr val="1B8A72"/>
                </a:solidFill>
              </a:defRPr>
            </a:lvl7pPr>
            <a:lvl8pPr algn="l">
              <a:buNone/>
              <a:defRPr sz="1275" b="1" i="0">
                <a:solidFill>
                  <a:srgbClr val="1B8A72"/>
                </a:solidFill>
              </a:defRPr>
            </a:lvl8pPr>
            <a:lvl9pPr algn="l">
              <a:buNone/>
              <a:defRPr sz="1275" b="1" i="0">
                <a:solidFill>
                  <a:srgbClr val="1B8A72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1" i="0">
                <a:solidFill>
                  <a:srgbClr val="1B8A72"/>
                </a:solidFill>
              </a:defRPr>
            </a:pPr>
            <a:r>
              <a:rPr sz="1275" b="1" i="0">
                <a:solidFill>
                  <a:srgbClr val="1B8A72"/>
                </a:solidFill>
              </a:rPr>
              <a:t>Week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8E6FDF-3CD0-446B-A654-381CAF049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6002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 i="0">
                <a:solidFill>
                  <a:srgbClr val="0F315D"/>
                </a:solidFill>
              </a:defRPr>
            </a:defPPr>
            <a:lvl1pPr algn="l">
              <a:buNone/>
              <a:defRPr sz="1725" b="1" i="0">
                <a:solidFill>
                  <a:srgbClr val="0F315D"/>
                </a:solidFill>
              </a:defRPr>
            </a:lvl1pPr>
            <a:lvl2pPr algn="l">
              <a:buNone/>
              <a:defRPr sz="1725" b="1" i="0">
                <a:solidFill>
                  <a:srgbClr val="0F315D"/>
                </a:solidFill>
              </a:defRPr>
            </a:lvl2pPr>
            <a:lvl3pPr algn="l">
              <a:buNone/>
              <a:defRPr sz="1725" b="1" i="0">
                <a:solidFill>
                  <a:srgbClr val="0F315D"/>
                </a:solidFill>
              </a:defRPr>
            </a:lvl3pPr>
            <a:lvl4pPr algn="l">
              <a:buNone/>
              <a:defRPr sz="1725" b="1" i="0">
                <a:solidFill>
                  <a:srgbClr val="0F315D"/>
                </a:solidFill>
              </a:defRPr>
            </a:lvl4pPr>
            <a:lvl5pPr algn="l">
              <a:buNone/>
              <a:defRPr sz="1725" b="1" i="0">
                <a:solidFill>
                  <a:srgbClr val="0F315D"/>
                </a:solidFill>
              </a:defRPr>
            </a:lvl5pPr>
            <a:lvl6pPr algn="l">
              <a:buNone/>
              <a:defRPr sz="1725" b="1" i="0">
                <a:solidFill>
                  <a:srgbClr val="0F315D"/>
                </a:solidFill>
              </a:defRPr>
            </a:lvl6pPr>
            <a:lvl7pPr algn="l">
              <a:buNone/>
              <a:defRPr sz="1725" b="1" i="0">
                <a:solidFill>
                  <a:srgbClr val="0F315D"/>
                </a:solidFill>
              </a:defRPr>
            </a:lvl7pPr>
            <a:lvl8pPr algn="l">
              <a:buNone/>
              <a:defRPr sz="1725" b="1" i="0">
                <a:solidFill>
                  <a:srgbClr val="0F315D"/>
                </a:solidFill>
              </a:defRPr>
            </a:lvl8pPr>
            <a:lvl9pPr algn="l">
              <a:buNone/>
              <a:defRPr sz="1725" b="1" i="0">
                <a:solidFill>
                  <a:srgbClr val="0F315D"/>
                </a:solidFill>
              </a:defRPr>
            </a:lvl9pPr>
          </a:lstStyle>
          <a:p xmlns:a="http://schemas.openxmlformats.org/drawingml/2006/main">
            <a:pPr algn="l">
              <a:buNone/>
              <a:defRPr sz="1725" b="1" i="0">
                <a:solidFill>
                  <a:srgbClr val="0F315D"/>
                </a:solidFill>
              </a:defRPr>
            </a:pPr>
            <a:r>
              <a:rPr sz="1725" b="1" i="0">
                <a:solidFill>
                  <a:srgbClr val="0F315D"/>
                </a:solidFill>
              </a:rPr>
              <a:t>Prepare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5ADA1D-37A2-4C4E-9A42-735A1344F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19250"/>
            <a:ext cx="676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13202C"/>
                </a:solidFill>
              </a:defRPr>
            </a:defPPr>
            <a:lvl1pPr algn="l">
              <a:buNone/>
              <a:defRPr sz="1350" b="0" i="0">
                <a:solidFill>
                  <a:srgbClr val="13202C"/>
                </a:solidFill>
              </a:defRPr>
            </a:lvl1pPr>
            <a:lvl2pPr algn="l">
              <a:buNone/>
              <a:defRPr sz="1350" b="0" i="0">
                <a:solidFill>
                  <a:srgbClr val="13202C"/>
                </a:solidFill>
              </a:defRPr>
            </a:lvl2pPr>
            <a:lvl3pPr algn="l">
              <a:buNone/>
              <a:defRPr sz="1350" b="0" i="0">
                <a:solidFill>
                  <a:srgbClr val="13202C"/>
                </a:solidFill>
              </a:defRPr>
            </a:lvl3pPr>
            <a:lvl4pPr algn="l">
              <a:buNone/>
              <a:defRPr sz="1350" b="0" i="0">
                <a:solidFill>
                  <a:srgbClr val="13202C"/>
                </a:solidFill>
              </a:defRPr>
            </a:lvl4pPr>
            <a:lvl5pPr algn="l">
              <a:buNone/>
              <a:defRPr sz="1350" b="0" i="0">
                <a:solidFill>
                  <a:srgbClr val="13202C"/>
                </a:solidFill>
              </a:defRPr>
            </a:lvl5pPr>
            <a:lvl6pPr algn="l">
              <a:buNone/>
              <a:defRPr sz="1350" b="0" i="0">
                <a:solidFill>
                  <a:srgbClr val="13202C"/>
                </a:solidFill>
              </a:defRPr>
            </a:lvl6pPr>
            <a:lvl7pPr algn="l">
              <a:buNone/>
              <a:defRPr sz="1350" b="0" i="0">
                <a:solidFill>
                  <a:srgbClr val="13202C"/>
                </a:solidFill>
              </a:defRPr>
            </a:lvl7pPr>
            <a:lvl8pPr algn="l">
              <a:buNone/>
              <a:defRPr sz="1350" b="0" i="0">
                <a:solidFill>
                  <a:srgbClr val="13202C"/>
                </a:solidFill>
              </a:defRPr>
            </a:lvl8pPr>
            <a:lvl9pPr algn="l">
              <a:buNone/>
              <a:defRPr sz="1350" b="0" i="0">
                <a:solidFill>
                  <a:srgbClr val="13202C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0" i="0">
                <a:solidFill>
                  <a:srgbClr val="13202C"/>
                </a:solidFill>
              </a:defRPr>
            </a:pPr>
            <a:r>
              <a:rPr sz="1350" b="0" i="0">
                <a:solidFill>
                  <a:srgbClr val="13202C"/>
                </a:solidFill>
              </a:rPr>
              <a:t>Confirm scope, clean one data file, configure users and academic settings.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0DF393-9ABB-4419-8C7E-BFDC68E6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3622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solidFill>
              <a:srgbClr val="D7E0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EFB710-6146-4A4C-9C8F-E650FD0B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1B8A72"/>
                </a:solidFill>
              </a:defRPr>
            </a:defPPr>
            <a:lvl1pPr algn="l">
              <a:buNone/>
              <a:defRPr sz="1275" b="1" i="0">
                <a:solidFill>
                  <a:srgbClr val="1B8A72"/>
                </a:solidFill>
              </a:defRPr>
            </a:lvl1pPr>
            <a:lvl2pPr algn="l">
              <a:buNone/>
              <a:defRPr sz="1275" b="1" i="0">
                <a:solidFill>
                  <a:srgbClr val="1B8A72"/>
                </a:solidFill>
              </a:defRPr>
            </a:lvl2pPr>
            <a:lvl3pPr algn="l">
              <a:buNone/>
              <a:defRPr sz="1275" b="1" i="0">
                <a:solidFill>
                  <a:srgbClr val="1B8A72"/>
                </a:solidFill>
              </a:defRPr>
            </a:lvl3pPr>
            <a:lvl4pPr algn="l">
              <a:buNone/>
              <a:defRPr sz="1275" b="1" i="0">
                <a:solidFill>
                  <a:srgbClr val="1B8A72"/>
                </a:solidFill>
              </a:defRPr>
            </a:lvl4pPr>
            <a:lvl5pPr algn="l">
              <a:buNone/>
              <a:defRPr sz="1275" b="1" i="0">
                <a:solidFill>
                  <a:srgbClr val="1B8A72"/>
                </a:solidFill>
              </a:defRPr>
            </a:lvl5pPr>
            <a:lvl6pPr algn="l">
              <a:buNone/>
              <a:defRPr sz="1275" b="1" i="0">
                <a:solidFill>
                  <a:srgbClr val="1B8A72"/>
                </a:solidFill>
              </a:defRPr>
            </a:lvl6pPr>
            <a:lvl7pPr algn="l">
              <a:buNone/>
              <a:defRPr sz="1275" b="1" i="0">
                <a:solidFill>
                  <a:srgbClr val="1B8A72"/>
                </a:solidFill>
              </a:defRPr>
            </a:lvl7pPr>
            <a:lvl8pPr algn="l">
              <a:buNone/>
              <a:defRPr sz="1275" b="1" i="0">
                <a:solidFill>
                  <a:srgbClr val="1B8A72"/>
                </a:solidFill>
              </a:defRPr>
            </a:lvl8pPr>
            <a:lvl9pPr algn="l">
              <a:buNone/>
              <a:defRPr sz="1275" b="1" i="0">
                <a:solidFill>
                  <a:srgbClr val="1B8A72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1" i="0">
                <a:solidFill>
                  <a:srgbClr val="1B8A72"/>
                </a:solidFill>
              </a:defRPr>
            </a:pPr>
            <a:r>
              <a:rPr sz="1275" b="1" i="0">
                <a:solidFill>
                  <a:srgbClr val="1B8A72"/>
                </a:solidFill>
              </a:rPr>
              <a:t>Week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576308-2B7D-4669-9E38-A6B89B90F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6670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 i="0">
                <a:solidFill>
                  <a:srgbClr val="0F315D"/>
                </a:solidFill>
              </a:defRPr>
            </a:defPPr>
            <a:lvl1pPr algn="l">
              <a:buNone/>
              <a:defRPr sz="1725" b="1" i="0">
                <a:solidFill>
                  <a:srgbClr val="0F315D"/>
                </a:solidFill>
              </a:defRPr>
            </a:lvl1pPr>
            <a:lvl2pPr algn="l">
              <a:buNone/>
              <a:defRPr sz="1725" b="1" i="0">
                <a:solidFill>
                  <a:srgbClr val="0F315D"/>
                </a:solidFill>
              </a:defRPr>
            </a:lvl2pPr>
            <a:lvl3pPr algn="l">
              <a:buNone/>
              <a:defRPr sz="1725" b="1" i="0">
                <a:solidFill>
                  <a:srgbClr val="0F315D"/>
                </a:solidFill>
              </a:defRPr>
            </a:lvl3pPr>
            <a:lvl4pPr algn="l">
              <a:buNone/>
              <a:defRPr sz="1725" b="1" i="0">
                <a:solidFill>
                  <a:srgbClr val="0F315D"/>
                </a:solidFill>
              </a:defRPr>
            </a:lvl4pPr>
            <a:lvl5pPr algn="l">
              <a:buNone/>
              <a:defRPr sz="1725" b="1" i="0">
                <a:solidFill>
                  <a:srgbClr val="0F315D"/>
                </a:solidFill>
              </a:defRPr>
            </a:lvl5pPr>
            <a:lvl6pPr algn="l">
              <a:buNone/>
              <a:defRPr sz="1725" b="1" i="0">
                <a:solidFill>
                  <a:srgbClr val="0F315D"/>
                </a:solidFill>
              </a:defRPr>
            </a:lvl6pPr>
            <a:lvl7pPr algn="l">
              <a:buNone/>
              <a:defRPr sz="1725" b="1" i="0">
                <a:solidFill>
                  <a:srgbClr val="0F315D"/>
                </a:solidFill>
              </a:defRPr>
            </a:lvl7pPr>
            <a:lvl8pPr algn="l">
              <a:buNone/>
              <a:defRPr sz="1725" b="1" i="0">
                <a:solidFill>
                  <a:srgbClr val="0F315D"/>
                </a:solidFill>
              </a:defRPr>
            </a:lvl8pPr>
            <a:lvl9pPr algn="l">
              <a:buNone/>
              <a:defRPr sz="1725" b="1" i="0">
                <a:solidFill>
                  <a:srgbClr val="0F315D"/>
                </a:solidFill>
              </a:defRPr>
            </a:lvl9pPr>
          </a:lstStyle>
          <a:p xmlns:a="http://schemas.openxmlformats.org/drawingml/2006/main">
            <a:pPr algn="l">
              <a:buNone/>
              <a:defRPr sz="1725" b="1" i="0">
                <a:solidFill>
                  <a:srgbClr val="0F315D"/>
                </a:solidFill>
              </a:defRPr>
            </a:pPr>
            <a:r>
              <a:rPr sz="1725" b="1" i="0">
                <a:solidFill>
                  <a:srgbClr val="0F315D"/>
                </a:solidFill>
              </a:rPr>
              <a:t>Train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D95A3A-793A-43E9-B782-DB1FCB4F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86050"/>
            <a:ext cx="676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13202C"/>
                </a:solidFill>
              </a:defRPr>
            </a:defPPr>
            <a:lvl1pPr algn="l">
              <a:buNone/>
              <a:defRPr sz="1350" b="0" i="0">
                <a:solidFill>
                  <a:srgbClr val="13202C"/>
                </a:solidFill>
              </a:defRPr>
            </a:lvl1pPr>
            <a:lvl2pPr algn="l">
              <a:buNone/>
              <a:defRPr sz="1350" b="0" i="0">
                <a:solidFill>
                  <a:srgbClr val="13202C"/>
                </a:solidFill>
              </a:defRPr>
            </a:lvl2pPr>
            <a:lvl3pPr algn="l">
              <a:buNone/>
              <a:defRPr sz="1350" b="0" i="0">
                <a:solidFill>
                  <a:srgbClr val="13202C"/>
                </a:solidFill>
              </a:defRPr>
            </a:lvl3pPr>
            <a:lvl4pPr algn="l">
              <a:buNone/>
              <a:defRPr sz="1350" b="0" i="0">
                <a:solidFill>
                  <a:srgbClr val="13202C"/>
                </a:solidFill>
              </a:defRPr>
            </a:lvl4pPr>
            <a:lvl5pPr algn="l">
              <a:buNone/>
              <a:defRPr sz="1350" b="0" i="0">
                <a:solidFill>
                  <a:srgbClr val="13202C"/>
                </a:solidFill>
              </a:defRPr>
            </a:lvl5pPr>
            <a:lvl6pPr algn="l">
              <a:buNone/>
              <a:defRPr sz="1350" b="0" i="0">
                <a:solidFill>
                  <a:srgbClr val="13202C"/>
                </a:solidFill>
              </a:defRPr>
            </a:lvl6pPr>
            <a:lvl7pPr algn="l">
              <a:buNone/>
              <a:defRPr sz="1350" b="0" i="0">
                <a:solidFill>
                  <a:srgbClr val="13202C"/>
                </a:solidFill>
              </a:defRPr>
            </a:lvl7pPr>
            <a:lvl8pPr algn="l">
              <a:buNone/>
              <a:defRPr sz="1350" b="0" i="0">
                <a:solidFill>
                  <a:srgbClr val="13202C"/>
                </a:solidFill>
              </a:defRPr>
            </a:lvl8pPr>
            <a:lvl9pPr algn="l">
              <a:buNone/>
              <a:defRPr sz="1350" b="0" i="0">
                <a:solidFill>
                  <a:srgbClr val="13202C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0" i="0">
                <a:solidFill>
                  <a:srgbClr val="13202C"/>
                </a:solidFill>
              </a:defRPr>
            </a:pPr>
            <a:r>
              <a:rPr sz="1350" b="0" i="0">
                <a:solidFill>
                  <a:srgbClr val="13202C"/>
                </a:solidFill>
              </a:rPr>
              <a:t>Train the administrator and teachers on the agreed workflows.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6CE69C-67D6-427F-8E22-7417C80B7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4290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solidFill>
              <a:srgbClr val="D7E0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2A9C4E-B34D-451C-AE40-1906885C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1B8A72"/>
                </a:solidFill>
              </a:defRPr>
            </a:defPPr>
            <a:lvl1pPr algn="l">
              <a:buNone/>
              <a:defRPr sz="1275" b="1" i="0">
                <a:solidFill>
                  <a:srgbClr val="1B8A72"/>
                </a:solidFill>
              </a:defRPr>
            </a:lvl1pPr>
            <a:lvl2pPr algn="l">
              <a:buNone/>
              <a:defRPr sz="1275" b="1" i="0">
                <a:solidFill>
                  <a:srgbClr val="1B8A72"/>
                </a:solidFill>
              </a:defRPr>
            </a:lvl2pPr>
            <a:lvl3pPr algn="l">
              <a:buNone/>
              <a:defRPr sz="1275" b="1" i="0">
                <a:solidFill>
                  <a:srgbClr val="1B8A72"/>
                </a:solidFill>
              </a:defRPr>
            </a:lvl3pPr>
            <a:lvl4pPr algn="l">
              <a:buNone/>
              <a:defRPr sz="1275" b="1" i="0">
                <a:solidFill>
                  <a:srgbClr val="1B8A72"/>
                </a:solidFill>
              </a:defRPr>
            </a:lvl4pPr>
            <a:lvl5pPr algn="l">
              <a:buNone/>
              <a:defRPr sz="1275" b="1" i="0">
                <a:solidFill>
                  <a:srgbClr val="1B8A72"/>
                </a:solidFill>
              </a:defRPr>
            </a:lvl5pPr>
            <a:lvl6pPr algn="l">
              <a:buNone/>
              <a:defRPr sz="1275" b="1" i="0">
                <a:solidFill>
                  <a:srgbClr val="1B8A72"/>
                </a:solidFill>
              </a:defRPr>
            </a:lvl6pPr>
            <a:lvl7pPr algn="l">
              <a:buNone/>
              <a:defRPr sz="1275" b="1" i="0">
                <a:solidFill>
                  <a:srgbClr val="1B8A72"/>
                </a:solidFill>
              </a:defRPr>
            </a:lvl7pPr>
            <a:lvl8pPr algn="l">
              <a:buNone/>
              <a:defRPr sz="1275" b="1" i="0">
                <a:solidFill>
                  <a:srgbClr val="1B8A72"/>
                </a:solidFill>
              </a:defRPr>
            </a:lvl8pPr>
            <a:lvl9pPr algn="l">
              <a:buNone/>
              <a:defRPr sz="1275" b="1" i="0">
                <a:solidFill>
                  <a:srgbClr val="1B8A72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1" i="0">
                <a:solidFill>
                  <a:srgbClr val="1B8A72"/>
                </a:solidFill>
              </a:defRPr>
            </a:pPr>
            <a:r>
              <a:rPr sz="1275" b="1" i="0">
                <a:solidFill>
                  <a:srgbClr val="1B8A72"/>
                </a:solidFill>
              </a:rPr>
              <a:t>Week 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76BB90-09C4-4AFD-8AD7-2006F7826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338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 i="0">
                <a:solidFill>
                  <a:srgbClr val="0F315D"/>
                </a:solidFill>
              </a:defRPr>
            </a:defPPr>
            <a:lvl1pPr algn="l">
              <a:buNone/>
              <a:defRPr sz="1725" b="1" i="0">
                <a:solidFill>
                  <a:srgbClr val="0F315D"/>
                </a:solidFill>
              </a:defRPr>
            </a:lvl1pPr>
            <a:lvl2pPr algn="l">
              <a:buNone/>
              <a:defRPr sz="1725" b="1" i="0">
                <a:solidFill>
                  <a:srgbClr val="0F315D"/>
                </a:solidFill>
              </a:defRPr>
            </a:lvl2pPr>
            <a:lvl3pPr algn="l">
              <a:buNone/>
              <a:defRPr sz="1725" b="1" i="0">
                <a:solidFill>
                  <a:srgbClr val="0F315D"/>
                </a:solidFill>
              </a:defRPr>
            </a:lvl3pPr>
            <a:lvl4pPr algn="l">
              <a:buNone/>
              <a:defRPr sz="1725" b="1" i="0">
                <a:solidFill>
                  <a:srgbClr val="0F315D"/>
                </a:solidFill>
              </a:defRPr>
            </a:lvl4pPr>
            <a:lvl5pPr algn="l">
              <a:buNone/>
              <a:defRPr sz="1725" b="1" i="0">
                <a:solidFill>
                  <a:srgbClr val="0F315D"/>
                </a:solidFill>
              </a:defRPr>
            </a:lvl5pPr>
            <a:lvl6pPr algn="l">
              <a:buNone/>
              <a:defRPr sz="1725" b="1" i="0">
                <a:solidFill>
                  <a:srgbClr val="0F315D"/>
                </a:solidFill>
              </a:defRPr>
            </a:lvl6pPr>
            <a:lvl7pPr algn="l">
              <a:buNone/>
              <a:defRPr sz="1725" b="1" i="0">
                <a:solidFill>
                  <a:srgbClr val="0F315D"/>
                </a:solidFill>
              </a:defRPr>
            </a:lvl7pPr>
            <a:lvl8pPr algn="l">
              <a:buNone/>
              <a:defRPr sz="1725" b="1" i="0">
                <a:solidFill>
                  <a:srgbClr val="0F315D"/>
                </a:solidFill>
              </a:defRPr>
            </a:lvl8pPr>
            <a:lvl9pPr algn="l">
              <a:buNone/>
              <a:defRPr sz="1725" b="1" i="0">
                <a:solidFill>
                  <a:srgbClr val="0F315D"/>
                </a:solidFill>
              </a:defRPr>
            </a:lvl9pPr>
          </a:lstStyle>
          <a:p xmlns:a="http://schemas.openxmlformats.org/drawingml/2006/main">
            <a:pPr algn="l">
              <a:buNone/>
              <a:defRPr sz="1725" b="1" i="0">
                <a:solidFill>
                  <a:srgbClr val="0F315D"/>
                </a:solidFill>
              </a:defRPr>
            </a:pPr>
            <a:r>
              <a:rPr sz="1725" b="1" i="0">
                <a:solidFill>
                  <a:srgbClr val="0F315D"/>
                </a:solidFill>
              </a:rPr>
              <a:t>Use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34B7D9-C117-4154-B783-4A00FC07A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52850"/>
            <a:ext cx="676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13202C"/>
                </a:solidFill>
              </a:defRPr>
            </a:defPPr>
            <a:lvl1pPr algn="l">
              <a:buNone/>
              <a:defRPr sz="1350" b="0" i="0">
                <a:solidFill>
                  <a:srgbClr val="13202C"/>
                </a:solidFill>
              </a:defRPr>
            </a:lvl1pPr>
            <a:lvl2pPr algn="l">
              <a:buNone/>
              <a:defRPr sz="1350" b="0" i="0">
                <a:solidFill>
                  <a:srgbClr val="13202C"/>
                </a:solidFill>
              </a:defRPr>
            </a:lvl2pPr>
            <a:lvl3pPr algn="l">
              <a:buNone/>
              <a:defRPr sz="1350" b="0" i="0">
                <a:solidFill>
                  <a:srgbClr val="13202C"/>
                </a:solidFill>
              </a:defRPr>
            </a:lvl3pPr>
            <a:lvl4pPr algn="l">
              <a:buNone/>
              <a:defRPr sz="1350" b="0" i="0">
                <a:solidFill>
                  <a:srgbClr val="13202C"/>
                </a:solidFill>
              </a:defRPr>
            </a:lvl4pPr>
            <a:lvl5pPr algn="l">
              <a:buNone/>
              <a:defRPr sz="1350" b="0" i="0">
                <a:solidFill>
                  <a:srgbClr val="13202C"/>
                </a:solidFill>
              </a:defRPr>
            </a:lvl5pPr>
            <a:lvl6pPr algn="l">
              <a:buNone/>
              <a:defRPr sz="1350" b="0" i="0">
                <a:solidFill>
                  <a:srgbClr val="13202C"/>
                </a:solidFill>
              </a:defRPr>
            </a:lvl6pPr>
            <a:lvl7pPr algn="l">
              <a:buNone/>
              <a:defRPr sz="1350" b="0" i="0">
                <a:solidFill>
                  <a:srgbClr val="13202C"/>
                </a:solidFill>
              </a:defRPr>
            </a:lvl7pPr>
            <a:lvl8pPr algn="l">
              <a:buNone/>
              <a:defRPr sz="1350" b="0" i="0">
                <a:solidFill>
                  <a:srgbClr val="13202C"/>
                </a:solidFill>
              </a:defRPr>
            </a:lvl8pPr>
            <a:lvl9pPr algn="l">
              <a:buNone/>
              <a:defRPr sz="1350" b="0" i="0">
                <a:solidFill>
                  <a:srgbClr val="13202C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0" i="0">
                <a:solidFill>
                  <a:srgbClr val="13202C"/>
                </a:solidFill>
              </a:defRPr>
            </a:pPr>
            <a:r>
              <a:rPr sz="1350" b="0" i="0">
                <a:solidFill>
                  <a:srgbClr val="13202C"/>
                </a:solidFill>
              </a:rPr>
              <a:t>Run student records, marks, results, and attendance with support.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910D3E-998F-4E4B-81AA-38E8ED45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4958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solidFill>
              <a:srgbClr val="D7E0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3919D3-C1F6-4A46-B1A0-863621AF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96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1B8A72"/>
                </a:solidFill>
              </a:defRPr>
            </a:defPPr>
            <a:lvl1pPr algn="l">
              <a:buNone/>
              <a:defRPr sz="1275" b="1" i="0">
                <a:solidFill>
                  <a:srgbClr val="1B8A72"/>
                </a:solidFill>
              </a:defRPr>
            </a:lvl1pPr>
            <a:lvl2pPr algn="l">
              <a:buNone/>
              <a:defRPr sz="1275" b="1" i="0">
                <a:solidFill>
                  <a:srgbClr val="1B8A72"/>
                </a:solidFill>
              </a:defRPr>
            </a:lvl2pPr>
            <a:lvl3pPr algn="l">
              <a:buNone/>
              <a:defRPr sz="1275" b="1" i="0">
                <a:solidFill>
                  <a:srgbClr val="1B8A72"/>
                </a:solidFill>
              </a:defRPr>
            </a:lvl3pPr>
            <a:lvl4pPr algn="l">
              <a:buNone/>
              <a:defRPr sz="1275" b="1" i="0">
                <a:solidFill>
                  <a:srgbClr val="1B8A72"/>
                </a:solidFill>
              </a:defRPr>
            </a:lvl4pPr>
            <a:lvl5pPr algn="l">
              <a:buNone/>
              <a:defRPr sz="1275" b="1" i="0">
                <a:solidFill>
                  <a:srgbClr val="1B8A72"/>
                </a:solidFill>
              </a:defRPr>
            </a:lvl5pPr>
            <a:lvl6pPr algn="l">
              <a:buNone/>
              <a:defRPr sz="1275" b="1" i="0">
                <a:solidFill>
                  <a:srgbClr val="1B8A72"/>
                </a:solidFill>
              </a:defRPr>
            </a:lvl6pPr>
            <a:lvl7pPr algn="l">
              <a:buNone/>
              <a:defRPr sz="1275" b="1" i="0">
                <a:solidFill>
                  <a:srgbClr val="1B8A72"/>
                </a:solidFill>
              </a:defRPr>
            </a:lvl7pPr>
            <a:lvl8pPr algn="l">
              <a:buNone/>
              <a:defRPr sz="1275" b="1" i="0">
                <a:solidFill>
                  <a:srgbClr val="1B8A72"/>
                </a:solidFill>
              </a:defRPr>
            </a:lvl8pPr>
            <a:lvl9pPr algn="l">
              <a:buNone/>
              <a:defRPr sz="1275" b="1" i="0">
                <a:solidFill>
                  <a:srgbClr val="1B8A72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1" i="0">
                <a:solidFill>
                  <a:srgbClr val="1B8A72"/>
                </a:solidFill>
              </a:defRPr>
            </a:pPr>
            <a:r>
              <a:rPr sz="1275" b="1" i="0">
                <a:solidFill>
                  <a:srgbClr val="1B8A72"/>
                </a:solidFill>
              </a:rPr>
              <a:t>Week 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1E21A4-F1CA-427D-A0B1-FCBDEF35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8006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 i="0">
                <a:solidFill>
                  <a:srgbClr val="0F315D"/>
                </a:solidFill>
              </a:defRPr>
            </a:defPPr>
            <a:lvl1pPr algn="l">
              <a:buNone/>
              <a:defRPr sz="1725" b="1" i="0">
                <a:solidFill>
                  <a:srgbClr val="0F315D"/>
                </a:solidFill>
              </a:defRPr>
            </a:lvl1pPr>
            <a:lvl2pPr algn="l">
              <a:buNone/>
              <a:defRPr sz="1725" b="1" i="0">
                <a:solidFill>
                  <a:srgbClr val="0F315D"/>
                </a:solidFill>
              </a:defRPr>
            </a:lvl2pPr>
            <a:lvl3pPr algn="l">
              <a:buNone/>
              <a:defRPr sz="1725" b="1" i="0">
                <a:solidFill>
                  <a:srgbClr val="0F315D"/>
                </a:solidFill>
              </a:defRPr>
            </a:lvl3pPr>
            <a:lvl4pPr algn="l">
              <a:buNone/>
              <a:defRPr sz="1725" b="1" i="0">
                <a:solidFill>
                  <a:srgbClr val="0F315D"/>
                </a:solidFill>
              </a:defRPr>
            </a:lvl4pPr>
            <a:lvl5pPr algn="l">
              <a:buNone/>
              <a:defRPr sz="1725" b="1" i="0">
                <a:solidFill>
                  <a:srgbClr val="0F315D"/>
                </a:solidFill>
              </a:defRPr>
            </a:lvl5pPr>
            <a:lvl6pPr algn="l">
              <a:buNone/>
              <a:defRPr sz="1725" b="1" i="0">
                <a:solidFill>
                  <a:srgbClr val="0F315D"/>
                </a:solidFill>
              </a:defRPr>
            </a:lvl6pPr>
            <a:lvl7pPr algn="l">
              <a:buNone/>
              <a:defRPr sz="1725" b="1" i="0">
                <a:solidFill>
                  <a:srgbClr val="0F315D"/>
                </a:solidFill>
              </a:defRPr>
            </a:lvl7pPr>
            <a:lvl8pPr algn="l">
              <a:buNone/>
              <a:defRPr sz="1725" b="1" i="0">
                <a:solidFill>
                  <a:srgbClr val="0F315D"/>
                </a:solidFill>
              </a:defRPr>
            </a:lvl8pPr>
            <a:lvl9pPr algn="l">
              <a:buNone/>
              <a:defRPr sz="1725" b="1" i="0">
                <a:solidFill>
                  <a:srgbClr val="0F315D"/>
                </a:solidFill>
              </a:defRPr>
            </a:lvl9pPr>
          </a:lstStyle>
          <a:p xmlns:a="http://schemas.openxmlformats.org/drawingml/2006/main">
            <a:pPr algn="l">
              <a:buNone/>
              <a:defRPr sz="1725" b="1" i="0">
                <a:solidFill>
                  <a:srgbClr val="0F315D"/>
                </a:solidFill>
              </a:defRPr>
            </a:pPr>
            <a:r>
              <a:rPr sz="1725" b="1" i="0">
                <a:solidFill>
                  <a:srgbClr val="0F315D"/>
                </a:solidFill>
              </a:rPr>
              <a:t>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FE9A3B-E7BF-4F3E-A660-70A3B44D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19650"/>
            <a:ext cx="676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13202C"/>
                </a:solidFill>
              </a:defRPr>
            </a:defPPr>
            <a:lvl1pPr algn="l">
              <a:buNone/>
              <a:defRPr sz="1350" b="0" i="0">
                <a:solidFill>
                  <a:srgbClr val="13202C"/>
                </a:solidFill>
              </a:defRPr>
            </a:lvl1pPr>
            <a:lvl2pPr algn="l">
              <a:buNone/>
              <a:defRPr sz="1350" b="0" i="0">
                <a:solidFill>
                  <a:srgbClr val="13202C"/>
                </a:solidFill>
              </a:defRPr>
            </a:lvl2pPr>
            <a:lvl3pPr algn="l">
              <a:buNone/>
              <a:defRPr sz="1350" b="0" i="0">
                <a:solidFill>
                  <a:srgbClr val="13202C"/>
                </a:solidFill>
              </a:defRPr>
            </a:lvl3pPr>
            <a:lvl4pPr algn="l">
              <a:buNone/>
              <a:defRPr sz="1350" b="0" i="0">
                <a:solidFill>
                  <a:srgbClr val="13202C"/>
                </a:solidFill>
              </a:defRPr>
            </a:lvl4pPr>
            <a:lvl5pPr algn="l">
              <a:buNone/>
              <a:defRPr sz="1350" b="0" i="0">
                <a:solidFill>
                  <a:srgbClr val="13202C"/>
                </a:solidFill>
              </a:defRPr>
            </a:lvl5pPr>
            <a:lvl6pPr algn="l">
              <a:buNone/>
              <a:defRPr sz="1350" b="0" i="0">
                <a:solidFill>
                  <a:srgbClr val="13202C"/>
                </a:solidFill>
              </a:defRPr>
            </a:lvl6pPr>
            <a:lvl7pPr algn="l">
              <a:buNone/>
              <a:defRPr sz="1350" b="0" i="0">
                <a:solidFill>
                  <a:srgbClr val="13202C"/>
                </a:solidFill>
              </a:defRPr>
            </a:lvl7pPr>
            <a:lvl8pPr algn="l">
              <a:buNone/>
              <a:defRPr sz="1350" b="0" i="0">
                <a:solidFill>
                  <a:srgbClr val="13202C"/>
                </a:solidFill>
              </a:defRPr>
            </a:lvl8pPr>
            <a:lvl9pPr algn="l">
              <a:buNone/>
              <a:defRPr sz="1350" b="0" i="0">
                <a:solidFill>
                  <a:srgbClr val="13202C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0" i="0">
                <a:solidFill>
                  <a:srgbClr val="13202C"/>
                </a:solidFill>
              </a:defRPr>
            </a:pPr>
            <a:r>
              <a:rPr sz="1350" b="0" i="0">
                <a:solidFill>
                  <a:srgbClr val="13202C"/>
                </a:solidFill>
              </a:rPr>
              <a:t>Measure time saved, corrections, adoption, and the next rollout decision.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CA296B-5F3C-41BF-840E-DEDF472A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 i="0">
                <a:solidFill>
                  <a:srgbClr val="D97706"/>
                </a:solidFill>
              </a:defRPr>
            </a:defPPr>
            <a:lvl1pPr algn="l">
              <a:buNone/>
              <a:defRPr sz="1125" b="1" i="0">
                <a:solidFill>
                  <a:srgbClr val="D97706"/>
                </a:solidFill>
              </a:defRPr>
            </a:lvl1pPr>
            <a:lvl2pPr algn="l">
              <a:buNone/>
              <a:defRPr sz="1125" b="1" i="0">
                <a:solidFill>
                  <a:srgbClr val="D97706"/>
                </a:solidFill>
              </a:defRPr>
            </a:lvl2pPr>
            <a:lvl3pPr algn="l">
              <a:buNone/>
              <a:defRPr sz="1125" b="1" i="0">
                <a:solidFill>
                  <a:srgbClr val="D97706"/>
                </a:solidFill>
              </a:defRPr>
            </a:lvl3pPr>
            <a:lvl4pPr algn="l">
              <a:buNone/>
              <a:defRPr sz="1125" b="1" i="0">
                <a:solidFill>
                  <a:srgbClr val="D97706"/>
                </a:solidFill>
              </a:defRPr>
            </a:lvl4pPr>
            <a:lvl5pPr algn="l">
              <a:buNone/>
              <a:defRPr sz="1125" b="1" i="0">
                <a:solidFill>
                  <a:srgbClr val="D97706"/>
                </a:solidFill>
              </a:defRPr>
            </a:lvl5pPr>
            <a:lvl6pPr algn="l">
              <a:buNone/>
              <a:defRPr sz="1125" b="1" i="0">
                <a:solidFill>
                  <a:srgbClr val="D97706"/>
                </a:solidFill>
              </a:defRPr>
            </a:lvl6pPr>
            <a:lvl7pPr algn="l">
              <a:buNone/>
              <a:defRPr sz="1125" b="1" i="0">
                <a:solidFill>
                  <a:srgbClr val="D97706"/>
                </a:solidFill>
              </a:defRPr>
            </a:lvl7pPr>
            <a:lvl8pPr algn="l">
              <a:buNone/>
              <a:defRPr sz="1125" b="1" i="0">
                <a:solidFill>
                  <a:srgbClr val="D97706"/>
                </a:solidFill>
              </a:defRPr>
            </a:lvl8pPr>
            <a:lvl9pPr algn="l">
              <a:buNone/>
              <a:defRPr sz="1125" b="1" i="0">
                <a:solidFill>
                  <a:srgbClr val="D97706"/>
                </a:solidFill>
              </a:defRPr>
            </a:lvl9pPr>
          </a:lstStyle>
          <a:p xmlns:a="http://schemas.openxmlformats.org/drawingml/2006/main">
            <a:pPr algn="l">
              <a:buNone/>
              <a:defRPr sz="1125" b="1" i="0">
                <a:solidFill>
                  <a:srgbClr val="D97706"/>
                </a:solidFill>
              </a:defRPr>
            </a:pPr>
            <a:r>
              <a:rPr sz="1125" b="1" i="0">
                <a:solidFill>
                  <a:srgbClr val="D97706"/>
                </a:solidFill>
              </a:rPr>
              <a:t>Pilot boundary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DAC0A1-E7AD-418C-B04A-A00E30EE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94360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5D6873"/>
                </a:solidFill>
              </a:defRPr>
            </a:defPPr>
            <a:lvl1pPr algn="l">
              <a:buNone/>
              <a:defRPr sz="1200" b="0" i="0">
                <a:solidFill>
                  <a:srgbClr val="5D6873"/>
                </a:solidFill>
              </a:defRPr>
            </a:lvl1pPr>
            <a:lvl2pPr algn="l">
              <a:buNone/>
              <a:defRPr sz="1200" b="0" i="0">
                <a:solidFill>
                  <a:srgbClr val="5D6873"/>
                </a:solidFill>
              </a:defRPr>
            </a:lvl2pPr>
            <a:lvl3pPr algn="l">
              <a:buNone/>
              <a:defRPr sz="1200" b="0" i="0">
                <a:solidFill>
                  <a:srgbClr val="5D6873"/>
                </a:solidFill>
              </a:defRPr>
            </a:lvl3pPr>
            <a:lvl4pPr algn="l">
              <a:buNone/>
              <a:defRPr sz="1200" b="0" i="0">
                <a:solidFill>
                  <a:srgbClr val="5D6873"/>
                </a:solidFill>
              </a:defRPr>
            </a:lvl4pPr>
            <a:lvl5pPr algn="l">
              <a:buNone/>
              <a:defRPr sz="1200" b="0" i="0">
                <a:solidFill>
                  <a:srgbClr val="5D6873"/>
                </a:solidFill>
              </a:defRPr>
            </a:lvl5pPr>
            <a:lvl6pPr algn="l">
              <a:buNone/>
              <a:defRPr sz="1200" b="0" i="0">
                <a:solidFill>
                  <a:srgbClr val="5D6873"/>
                </a:solidFill>
              </a:defRPr>
            </a:lvl6pPr>
            <a:lvl7pPr algn="l">
              <a:buNone/>
              <a:defRPr sz="1200" b="0" i="0">
                <a:solidFill>
                  <a:srgbClr val="5D6873"/>
                </a:solidFill>
              </a:defRPr>
            </a:lvl7pPr>
            <a:lvl8pPr algn="l">
              <a:buNone/>
              <a:defRPr sz="1200" b="0" i="0">
                <a:solidFill>
                  <a:srgbClr val="5D6873"/>
                </a:solidFill>
              </a:defRPr>
            </a:lvl8pPr>
            <a:lvl9pPr algn="l">
              <a:buNone/>
              <a:defRPr sz="1200" b="0" i="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0" i="0">
                <a:solidFill>
                  <a:srgbClr val="5D6873"/>
                </a:solidFill>
              </a:defRPr>
            </a:pPr>
            <a:r>
              <a:rPr sz="1200" b="0" i="0">
                <a:solidFill>
                  <a:srgbClr val="5D6873"/>
                </a:solidFill>
              </a:rPr>
              <a:t>Up to 500 active learners, one administrator, up to 10 teachers, and synthetic or school approved data only.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564E6E-782F-4BE2-9E6E-68A0D680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0" i="0">
                <a:solidFill>
                  <a:srgbClr val="5D6873"/>
                </a:solidFill>
              </a:defRPr>
            </a:defPPr>
            <a:lvl1pPr algn="r">
              <a:buNone/>
              <a:defRPr sz="900" b="0" i="0">
                <a:solidFill>
                  <a:srgbClr val="5D6873"/>
                </a:solidFill>
              </a:defRPr>
            </a:lvl1pPr>
            <a:lvl2pPr algn="r">
              <a:buNone/>
              <a:defRPr sz="900" b="0" i="0">
                <a:solidFill>
                  <a:srgbClr val="5D6873"/>
                </a:solidFill>
              </a:defRPr>
            </a:lvl2pPr>
            <a:lvl3pPr algn="r">
              <a:buNone/>
              <a:defRPr sz="900" b="0" i="0">
                <a:solidFill>
                  <a:srgbClr val="5D6873"/>
                </a:solidFill>
              </a:defRPr>
            </a:lvl3pPr>
            <a:lvl4pPr algn="r">
              <a:buNone/>
              <a:defRPr sz="900" b="0" i="0">
                <a:solidFill>
                  <a:srgbClr val="5D6873"/>
                </a:solidFill>
              </a:defRPr>
            </a:lvl4pPr>
            <a:lvl5pPr algn="r">
              <a:buNone/>
              <a:defRPr sz="900" b="0" i="0">
                <a:solidFill>
                  <a:srgbClr val="5D6873"/>
                </a:solidFill>
              </a:defRPr>
            </a:lvl5pPr>
            <a:lvl6pPr algn="r">
              <a:buNone/>
              <a:defRPr sz="900" b="0" i="0">
                <a:solidFill>
                  <a:srgbClr val="5D6873"/>
                </a:solidFill>
              </a:defRPr>
            </a:lvl6pPr>
            <a:lvl7pPr algn="r">
              <a:buNone/>
              <a:defRPr sz="900" b="0" i="0">
                <a:solidFill>
                  <a:srgbClr val="5D6873"/>
                </a:solidFill>
              </a:defRPr>
            </a:lvl7pPr>
            <a:lvl8pPr algn="r">
              <a:buNone/>
              <a:defRPr sz="900" b="0" i="0">
                <a:solidFill>
                  <a:srgbClr val="5D6873"/>
                </a:solidFill>
              </a:defRPr>
            </a:lvl8pPr>
            <a:lvl9pPr algn="r">
              <a:buNone/>
              <a:defRPr sz="900" b="0" i="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r">
              <a:buNone/>
              <a:defRPr sz="900" b="0" i="0">
                <a:solidFill>
                  <a:srgbClr val="5D6873"/>
                </a:solidFill>
              </a:defRPr>
            </a:pPr>
            <a:r>
              <a:rPr sz="900" b="0" i="0">
                <a:solidFill>
                  <a:srgbClr val="5D6873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2722780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01DCC0-01DC-4611-A165-C5E52D38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00" b="1" i="0">
                <a:solidFill>
                  <a:srgbClr val="0F315D"/>
                </a:solidFill>
              </a:defRPr>
            </a:defPPr>
            <a:lvl1pPr algn="l">
              <a:buNone/>
              <a:defRPr sz="2400" b="1" i="0">
                <a:solidFill>
                  <a:srgbClr val="0F315D"/>
                </a:solidFill>
              </a:defRPr>
            </a:lvl1pPr>
            <a:lvl2pPr algn="l">
              <a:buNone/>
              <a:defRPr sz="2400" b="1" i="0">
                <a:solidFill>
                  <a:srgbClr val="0F315D"/>
                </a:solidFill>
              </a:defRPr>
            </a:lvl2pPr>
            <a:lvl3pPr algn="l">
              <a:buNone/>
              <a:defRPr sz="2400" b="1" i="0">
                <a:solidFill>
                  <a:srgbClr val="0F315D"/>
                </a:solidFill>
              </a:defRPr>
            </a:lvl3pPr>
            <a:lvl4pPr algn="l">
              <a:buNone/>
              <a:defRPr sz="2400" b="1" i="0">
                <a:solidFill>
                  <a:srgbClr val="0F315D"/>
                </a:solidFill>
              </a:defRPr>
            </a:lvl4pPr>
            <a:lvl5pPr algn="l">
              <a:buNone/>
              <a:defRPr sz="2400" b="1" i="0">
                <a:solidFill>
                  <a:srgbClr val="0F315D"/>
                </a:solidFill>
              </a:defRPr>
            </a:lvl5pPr>
            <a:lvl6pPr algn="l">
              <a:buNone/>
              <a:defRPr sz="2400" b="1" i="0">
                <a:solidFill>
                  <a:srgbClr val="0F315D"/>
                </a:solidFill>
              </a:defRPr>
            </a:lvl6pPr>
            <a:lvl7pPr algn="l">
              <a:buNone/>
              <a:defRPr sz="2400" b="1" i="0">
                <a:solidFill>
                  <a:srgbClr val="0F315D"/>
                </a:solidFill>
              </a:defRPr>
            </a:lvl7pPr>
            <a:lvl8pPr algn="l">
              <a:buNone/>
              <a:defRPr sz="2400" b="1" i="0">
                <a:solidFill>
                  <a:srgbClr val="0F315D"/>
                </a:solidFill>
              </a:defRPr>
            </a:lvl8pPr>
            <a:lvl9pPr algn="l">
              <a:buNone/>
              <a:defRPr sz="2400" b="1" i="0">
                <a:solidFill>
                  <a:srgbClr val="0F315D"/>
                </a:solidFill>
              </a:defRPr>
            </a:lvl9pPr>
          </a:lstStyle>
          <a:p xmlns:a="http://schemas.openxmlformats.org/drawingml/2006/main">
            <a:pPr algn="l">
              <a:buNone/>
              <a:defRPr sz="2400" b="1" i="0">
                <a:solidFill>
                  <a:srgbClr val="0F315D"/>
                </a:solidFill>
              </a:defRPr>
            </a:pPr>
            <a:r>
              <a:rPr sz="2400" b="1" i="0">
                <a:solidFill>
                  <a:srgbClr val="0F315D"/>
                </a:solidFill>
              </a:rPr>
              <a:t>Recommended pilot budget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1225AA-AB99-4729-B753-E41A9CDE4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953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5D6873"/>
                </a:solidFill>
              </a:defRPr>
            </a:defPPr>
            <a:lvl1pPr algn="l">
              <a:buNone/>
              <a:defRPr sz="1275" b="0" i="0">
                <a:solidFill>
                  <a:srgbClr val="5D6873"/>
                </a:solidFill>
              </a:defRPr>
            </a:lvl1pPr>
            <a:lvl2pPr algn="l">
              <a:buNone/>
              <a:defRPr sz="1275" b="0" i="0">
                <a:solidFill>
                  <a:srgbClr val="5D6873"/>
                </a:solidFill>
              </a:defRPr>
            </a:lvl2pPr>
            <a:lvl3pPr algn="l">
              <a:buNone/>
              <a:defRPr sz="1275" b="0" i="0">
                <a:solidFill>
                  <a:srgbClr val="5D6873"/>
                </a:solidFill>
              </a:defRPr>
            </a:lvl3pPr>
            <a:lvl4pPr algn="l">
              <a:buNone/>
              <a:defRPr sz="1275" b="0" i="0">
                <a:solidFill>
                  <a:srgbClr val="5D6873"/>
                </a:solidFill>
              </a:defRPr>
            </a:lvl4pPr>
            <a:lvl5pPr algn="l">
              <a:buNone/>
              <a:defRPr sz="1275" b="0" i="0">
                <a:solidFill>
                  <a:srgbClr val="5D6873"/>
                </a:solidFill>
              </a:defRPr>
            </a:lvl5pPr>
            <a:lvl6pPr algn="l">
              <a:buNone/>
              <a:defRPr sz="1275" b="0" i="0">
                <a:solidFill>
                  <a:srgbClr val="5D6873"/>
                </a:solidFill>
              </a:defRPr>
            </a:lvl6pPr>
            <a:lvl7pPr algn="l">
              <a:buNone/>
              <a:defRPr sz="1275" b="0" i="0">
                <a:solidFill>
                  <a:srgbClr val="5D6873"/>
                </a:solidFill>
              </a:defRPr>
            </a:lvl7pPr>
            <a:lvl8pPr algn="l">
              <a:buNone/>
              <a:defRPr sz="1275" b="0" i="0">
                <a:solidFill>
                  <a:srgbClr val="5D6873"/>
                </a:solidFill>
              </a:defRPr>
            </a:lvl8pPr>
            <a:lvl9pPr algn="l">
              <a:buNone/>
              <a:defRPr sz="1275" b="0" i="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 i="0">
                <a:solidFill>
                  <a:srgbClr val="5D6873"/>
                </a:solidFill>
              </a:defRPr>
            </a:pPr>
            <a:r>
              <a:rPr sz="1275" b="0" i="0">
                <a:solidFill>
                  <a:srgbClr val="5D6873"/>
                </a:solidFill>
              </a:rPr>
              <a:t>Starting proposal in US dollars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12A8A5-EBEE-4959-B0C5-9F39807F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2862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125" b="1" i="0">
                <a:solidFill>
                  <a:srgbClr val="0B6FA4"/>
                </a:solidFill>
              </a:defRPr>
            </a:defPPr>
            <a:lvl1pPr algn="r">
              <a:buNone/>
              <a:defRPr sz="1125" b="1" i="0">
                <a:solidFill>
                  <a:srgbClr val="0B6FA4"/>
                </a:solidFill>
              </a:defRPr>
            </a:lvl1pPr>
            <a:lvl2pPr algn="r">
              <a:buNone/>
              <a:defRPr sz="1125" b="1" i="0">
                <a:solidFill>
                  <a:srgbClr val="0B6FA4"/>
                </a:solidFill>
              </a:defRPr>
            </a:lvl2pPr>
            <a:lvl3pPr algn="r">
              <a:buNone/>
              <a:defRPr sz="1125" b="1" i="0">
                <a:solidFill>
                  <a:srgbClr val="0B6FA4"/>
                </a:solidFill>
              </a:defRPr>
            </a:lvl3pPr>
            <a:lvl4pPr algn="r">
              <a:buNone/>
              <a:defRPr sz="1125" b="1" i="0">
                <a:solidFill>
                  <a:srgbClr val="0B6FA4"/>
                </a:solidFill>
              </a:defRPr>
            </a:lvl4pPr>
            <a:lvl5pPr algn="r">
              <a:buNone/>
              <a:defRPr sz="1125" b="1" i="0">
                <a:solidFill>
                  <a:srgbClr val="0B6FA4"/>
                </a:solidFill>
              </a:defRPr>
            </a:lvl5pPr>
            <a:lvl6pPr algn="r">
              <a:buNone/>
              <a:defRPr sz="1125" b="1" i="0">
                <a:solidFill>
                  <a:srgbClr val="0B6FA4"/>
                </a:solidFill>
              </a:defRPr>
            </a:lvl6pPr>
            <a:lvl7pPr algn="r">
              <a:buNone/>
              <a:defRPr sz="1125" b="1" i="0">
                <a:solidFill>
                  <a:srgbClr val="0B6FA4"/>
                </a:solidFill>
              </a:defRPr>
            </a:lvl7pPr>
            <a:lvl8pPr algn="r">
              <a:buNone/>
              <a:defRPr sz="1125" b="1" i="0">
                <a:solidFill>
                  <a:srgbClr val="0B6FA4"/>
                </a:solidFill>
              </a:defRPr>
            </a:lvl8pPr>
            <a:lvl9pPr algn="r">
              <a:buNone/>
              <a:defRPr sz="1125" b="1" i="0">
                <a:solidFill>
                  <a:srgbClr val="0B6FA4"/>
                </a:solidFill>
              </a:defRPr>
            </a:lvl9pPr>
          </a:lstStyle>
          <a:p xmlns:a="http://schemas.openxmlformats.org/drawingml/2006/main">
            <a:pPr algn="r">
              <a:buNone/>
              <a:defRPr sz="1125" b="1" i="0">
                <a:solidFill>
                  <a:srgbClr val="0B6FA4"/>
                </a:solidFill>
              </a:defRPr>
            </a:pPr>
            <a:r>
              <a:rPr sz="1125" b="1" i="0">
                <a:solidFill>
                  <a:srgbClr val="0B6FA4"/>
                </a:solidFill>
              </a:rPr>
              <a:t>NEXATECH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409C46-D27C-4057-BED3-AB4D5B934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solidFill>
              <a:srgbClr val="D7E0E7"/>
            </a:solidFill>
            <a:prstDash val="solid"/>
          </a:ln>
        </p:spPr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595218-46E0-4994-AADF-56F321DD062C}"/>
              </a:ext>
            </a:extLst>
          </p:cNvPr>
          <p:cNvGraphicFramePr/>
          <p:nvPr/>
        </p:nvGraphicFramePr>
        <p:xfrm>
          <a:off xmlns:a="http://schemas.openxmlformats.org/drawingml/2006/main" x="647700" y="1619250"/>
          <a:ext xmlns:a="http://schemas.openxmlformats.org/drawingml/2006/main" cx="10896600" cy="3143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571750"/>
                <a:gridCol w="6572250"/>
                <a:gridCol w="1752600"/>
              </a:tblGrid>
              <a:tr h="5238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7"/>
                      </a:solidFill>
                      <a:prstDash val="solid"/>
                    </a:lnL>
                    <a:lnR w="9525">
                      <a:solidFill>
                        <a:srgbClr val="D7E0E7"/>
                      </a:solidFill>
                      <a:prstDash val="solid"/>
                    </a:lnR>
                    <a:lnT w="9525">
                      <a:solidFill>
                        <a:srgbClr val="D7E0E7"/>
                      </a:solidFill>
                      <a:prstDash val="solid"/>
                    </a:lnT>
                    <a:lnB w="9525">
                      <a:solidFill>
                        <a:srgbClr val="D7E0E7"/>
                      </a:solidFill>
                      <a:prstDash val="solid"/>
                    </a:lnB>
                    <a:solidFill>
                      <a:srgbClr val="0F31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Included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7"/>
                      </a:solidFill>
                      <a:prstDash val="solid"/>
                    </a:lnR>
                    <a:lnT w="9525">
                      <a:solidFill>
                        <a:srgbClr val="D7E0E7"/>
                      </a:solidFill>
                      <a:prstDash val="solid"/>
                    </a:lnT>
                    <a:lnB w="9525">
                      <a:solidFill>
                        <a:srgbClr val="D7E0E7"/>
                      </a:solidFill>
                      <a:prstDash val="solid"/>
                    </a:lnB>
                    <a:solidFill>
                      <a:srgbClr val="0F31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Price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7"/>
                      </a:solidFill>
                      <a:prstDash val="solid"/>
                    </a:lnR>
                    <a:lnT w="9525">
                      <a:solidFill>
                        <a:srgbClr val="D7E0E7"/>
                      </a:solidFill>
                      <a:prstDash val="solid"/>
                    </a:lnT>
                    <a:lnB w="9525">
                      <a:solidFill>
                        <a:srgbClr val="D7E0E7"/>
                      </a:solidFill>
                      <a:prstDash val="solid"/>
                    </a:lnB>
                    <a:solidFill>
                      <a:srgbClr val="0F315D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013" b="0">
                          <a:solidFill>
                            <a:srgbClr val="13202C"/>
                          </a:solidFill>
                        </a:rPr>
                        <a:t>30 day pilot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7"/>
                      </a:solidFill>
                      <a:prstDash val="solid"/>
                    </a:lnL>
                    <a:lnR w="9525">
                      <a:solidFill>
                        <a:srgbClr val="D7E0E7"/>
                      </a:solidFill>
                      <a:prstDash val="solid"/>
                    </a:lnR>
                    <a:lnB w="9525">
                      <a:solidFill>
                        <a:srgbClr val="D7E0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13" b="0">
                          <a:solidFill>
                            <a:srgbClr val="13202C"/>
                          </a:solidFill>
                        </a:rPr>
                        <a:t>Configuration, one clean import, administrator and teacher training, hosting, database, backups, and support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7"/>
                      </a:solidFill>
                      <a:prstDash val="solid"/>
                    </a:lnR>
                    <a:lnB w="9525">
                      <a:solidFill>
                        <a:srgbClr val="D7E0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13" b="1">
                          <a:solidFill>
                            <a:srgbClr val="13202C"/>
                          </a:solidFill>
                        </a:rPr>
                        <a:t>US$299 once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7"/>
                      </a:solidFill>
                      <a:prstDash val="solid"/>
                    </a:lnR>
                    <a:lnB w="9525">
                      <a:solidFill>
                        <a:srgbClr val="D7E0E7"/>
                      </a:solidFill>
                      <a:prstDash val="solid"/>
                    </a:lnB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013" b="0">
                          <a:solidFill>
                            <a:srgbClr val="13202C"/>
                          </a:solidFill>
                        </a:rPr>
                        <a:t>Academic plan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7"/>
                      </a:solidFill>
                      <a:prstDash val="solid"/>
                    </a:lnL>
                    <a:lnR w="9525">
                      <a:solidFill>
                        <a:srgbClr val="D7E0E7"/>
                      </a:solidFill>
                      <a:prstDash val="solid"/>
                    </a:lnR>
                    <a:lnB w="9525">
                      <a:solidFill>
                        <a:srgbClr val="D7E0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13" b="0">
                          <a:solidFill>
                            <a:srgbClr val="13202C"/>
                          </a:solidFill>
                        </a:rPr>
                        <a:t>Up to 500 learners, student records, Fast Marks, assessments, results, report cards, attendance, and exports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7"/>
                      </a:solidFill>
                      <a:prstDash val="solid"/>
                    </a:lnR>
                    <a:lnB w="9525">
                      <a:solidFill>
                        <a:srgbClr val="D7E0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13" b="1">
                          <a:solidFill>
                            <a:srgbClr val="13202C"/>
                          </a:solidFill>
                        </a:rPr>
                        <a:t>US$179 / month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7"/>
                      </a:solidFill>
                      <a:prstDash val="solid"/>
                    </a:lnR>
                    <a:lnB w="9525">
                      <a:solidFill>
                        <a:srgbClr val="D7E0E7"/>
                      </a:solidFill>
                      <a:prstDash val="solid"/>
                    </a:lnB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013" b="0">
                          <a:solidFill>
                            <a:srgbClr val="13202C"/>
                          </a:solidFill>
                        </a:rPr>
                        <a:t>Operations plan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7"/>
                      </a:solidFill>
                      <a:prstDash val="solid"/>
                    </a:lnL>
                    <a:lnR w="9525">
                      <a:solidFill>
                        <a:srgbClr val="D7E0E7"/>
                      </a:solidFill>
                      <a:prstDash val="solid"/>
                    </a:lnR>
                    <a:lnB w="9525">
                      <a:solidFill>
                        <a:srgbClr val="D7E0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13" b="0">
                          <a:solidFill>
                            <a:srgbClr val="13202C"/>
                          </a:solidFill>
                        </a:rPr>
                        <a:t>Academic plan plus finance, timetable, communications, behaviour, parent portal, and priority support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7"/>
                      </a:solidFill>
                      <a:prstDash val="solid"/>
                    </a:lnR>
                    <a:lnB w="9525">
                      <a:solidFill>
                        <a:srgbClr val="D7E0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13" b="1">
                          <a:solidFill>
                            <a:srgbClr val="13202C"/>
                          </a:solidFill>
                        </a:rPr>
                        <a:t>US$299 / month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7"/>
                      </a:solidFill>
                      <a:prstDash val="solid"/>
                    </a:lnR>
                    <a:lnB w="9525">
                      <a:solidFill>
                        <a:srgbClr val="D7E0E7"/>
                      </a:solidFill>
                      <a:prstDash val="solid"/>
                    </a:lnB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013" b="0">
                          <a:solidFill>
                            <a:srgbClr val="13202C"/>
                          </a:solidFill>
                        </a:rPr>
                        <a:t>Public API access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7"/>
                      </a:solidFill>
                      <a:prstDash val="solid"/>
                    </a:lnL>
                    <a:lnR w="9525">
                      <a:solidFill>
                        <a:srgbClr val="D7E0E7"/>
                      </a:solidFill>
                      <a:prstDash val="solid"/>
                    </a:lnR>
                    <a:lnB w="9525">
                      <a:solidFill>
                        <a:srgbClr val="D7E0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13" b="0">
                          <a:solidFill>
                            <a:srgbClr val="13202C"/>
                          </a:solidFill>
                        </a:rPr>
                        <a:t>One documented integration, scoped credentials, logs, standard rate limit, and key rotation support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7"/>
                      </a:solidFill>
                      <a:prstDash val="solid"/>
                    </a:lnR>
                    <a:lnB w="9525">
                      <a:solidFill>
                        <a:srgbClr val="D7E0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13" b="1">
                          <a:solidFill>
                            <a:srgbClr val="13202C"/>
                          </a:solidFill>
                        </a:rPr>
                        <a:t>US$49 / month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7"/>
                      </a:solidFill>
                      <a:prstDash val="solid"/>
                    </a:lnR>
                    <a:lnB w="9525">
                      <a:solidFill>
                        <a:srgbClr val="D7E0E7"/>
                      </a:solidFill>
                      <a:prstDash val="solid"/>
                    </a:lnB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013" b="0">
                          <a:solidFill>
                            <a:srgbClr val="13202C"/>
                          </a:solidFill>
                        </a:rPr>
                        <a:t>Dedicated database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7"/>
                      </a:solidFill>
                      <a:prstDash val="solid"/>
                    </a:lnL>
                    <a:lnR w="9525">
                      <a:solidFill>
                        <a:srgbClr val="D7E0E7"/>
                      </a:solidFill>
                      <a:prstDash val="solid"/>
                    </a:lnR>
                    <a:lnB w="9525">
                      <a:solidFill>
                        <a:srgbClr val="D7E0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13" b="0">
                          <a:solidFill>
                            <a:srgbClr val="13202C"/>
                          </a:solidFill>
                        </a:rPr>
                        <a:t>Dedicated managed database resources where the school requires separation beyond the standard tenant design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7"/>
                      </a:solidFill>
                      <a:prstDash val="solid"/>
                    </a:lnR>
                    <a:lnB w="9525">
                      <a:solidFill>
                        <a:srgbClr val="D7E0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13" b="1">
                          <a:solidFill>
                            <a:srgbClr val="13202C"/>
                          </a:solidFill>
                        </a:rPr>
                        <a:t>From US$75 / month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7"/>
                      </a:solidFill>
                      <a:prstDash val="solid"/>
                    </a:lnR>
                    <a:lnB w="9525">
                      <a:solidFill>
                        <a:srgbClr val="D7E0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7B0C42-98E0-4404-AD05-EFB506314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1B8A72"/>
                </a:solidFill>
              </a:defRPr>
            </a:defPPr>
            <a:lvl1pPr algn="l">
              <a:buNone/>
              <a:defRPr sz="1275" b="1" i="0">
                <a:solidFill>
                  <a:srgbClr val="1B8A72"/>
                </a:solidFill>
              </a:defRPr>
            </a:lvl1pPr>
            <a:lvl2pPr algn="l">
              <a:buNone/>
              <a:defRPr sz="1275" b="1" i="0">
                <a:solidFill>
                  <a:srgbClr val="1B8A72"/>
                </a:solidFill>
              </a:defRPr>
            </a:lvl2pPr>
            <a:lvl3pPr algn="l">
              <a:buNone/>
              <a:defRPr sz="1275" b="1" i="0">
                <a:solidFill>
                  <a:srgbClr val="1B8A72"/>
                </a:solidFill>
              </a:defRPr>
            </a:lvl3pPr>
            <a:lvl4pPr algn="l">
              <a:buNone/>
              <a:defRPr sz="1275" b="1" i="0">
                <a:solidFill>
                  <a:srgbClr val="1B8A72"/>
                </a:solidFill>
              </a:defRPr>
            </a:lvl4pPr>
            <a:lvl5pPr algn="l">
              <a:buNone/>
              <a:defRPr sz="1275" b="1" i="0">
                <a:solidFill>
                  <a:srgbClr val="1B8A72"/>
                </a:solidFill>
              </a:defRPr>
            </a:lvl5pPr>
            <a:lvl6pPr algn="l">
              <a:buNone/>
              <a:defRPr sz="1275" b="1" i="0">
                <a:solidFill>
                  <a:srgbClr val="1B8A72"/>
                </a:solidFill>
              </a:defRPr>
            </a:lvl6pPr>
            <a:lvl7pPr algn="l">
              <a:buNone/>
              <a:defRPr sz="1275" b="1" i="0">
                <a:solidFill>
                  <a:srgbClr val="1B8A72"/>
                </a:solidFill>
              </a:defRPr>
            </a:lvl7pPr>
            <a:lvl8pPr algn="l">
              <a:buNone/>
              <a:defRPr sz="1275" b="1" i="0">
                <a:solidFill>
                  <a:srgbClr val="1B8A72"/>
                </a:solidFill>
              </a:defRPr>
            </a:lvl8pPr>
            <a:lvl9pPr algn="l">
              <a:buNone/>
              <a:defRPr sz="1275" b="1" i="0">
                <a:solidFill>
                  <a:srgbClr val="1B8A72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1" i="0">
                <a:solidFill>
                  <a:srgbClr val="1B8A72"/>
                </a:solidFill>
              </a:defRPr>
            </a:pPr>
            <a:r>
              <a:rPr sz="1275" b="1" i="0">
                <a:solidFill>
                  <a:srgbClr val="1B8A72"/>
                </a:solidFill>
              </a:rPr>
              <a:t>Pilot fee credit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D76174-08B6-41C3-9836-412D63AF1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1015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13202C"/>
                </a:solidFill>
              </a:defRPr>
            </a:defPPr>
            <a:lvl1pPr algn="l">
              <a:buNone/>
              <a:defRPr sz="1275" b="0" i="0">
                <a:solidFill>
                  <a:srgbClr val="13202C"/>
                </a:solidFill>
              </a:defRPr>
            </a:lvl1pPr>
            <a:lvl2pPr algn="l">
              <a:buNone/>
              <a:defRPr sz="1275" b="0" i="0">
                <a:solidFill>
                  <a:srgbClr val="13202C"/>
                </a:solidFill>
              </a:defRPr>
            </a:lvl2pPr>
            <a:lvl3pPr algn="l">
              <a:buNone/>
              <a:defRPr sz="1275" b="0" i="0">
                <a:solidFill>
                  <a:srgbClr val="13202C"/>
                </a:solidFill>
              </a:defRPr>
            </a:lvl3pPr>
            <a:lvl4pPr algn="l">
              <a:buNone/>
              <a:defRPr sz="1275" b="0" i="0">
                <a:solidFill>
                  <a:srgbClr val="13202C"/>
                </a:solidFill>
              </a:defRPr>
            </a:lvl4pPr>
            <a:lvl5pPr algn="l">
              <a:buNone/>
              <a:defRPr sz="1275" b="0" i="0">
                <a:solidFill>
                  <a:srgbClr val="13202C"/>
                </a:solidFill>
              </a:defRPr>
            </a:lvl5pPr>
            <a:lvl6pPr algn="l">
              <a:buNone/>
              <a:defRPr sz="1275" b="0" i="0">
                <a:solidFill>
                  <a:srgbClr val="13202C"/>
                </a:solidFill>
              </a:defRPr>
            </a:lvl6pPr>
            <a:lvl7pPr algn="l">
              <a:buNone/>
              <a:defRPr sz="1275" b="0" i="0">
                <a:solidFill>
                  <a:srgbClr val="13202C"/>
                </a:solidFill>
              </a:defRPr>
            </a:lvl7pPr>
            <a:lvl8pPr algn="l">
              <a:buNone/>
              <a:defRPr sz="1275" b="0" i="0">
                <a:solidFill>
                  <a:srgbClr val="13202C"/>
                </a:solidFill>
              </a:defRPr>
            </a:lvl8pPr>
            <a:lvl9pPr algn="l">
              <a:buNone/>
              <a:defRPr sz="1275" b="0" i="0">
                <a:solidFill>
                  <a:srgbClr val="13202C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 i="0">
                <a:solidFill>
                  <a:srgbClr val="13202C"/>
                </a:solidFill>
              </a:defRPr>
            </a:pPr>
            <a:r>
              <a:rPr sz="1275" b="0" i="0">
                <a:solidFill>
                  <a:srgbClr val="13202C"/>
                </a:solidFill>
              </a:rPr>
              <a:t>If the school signs the Academic or Operations plan within 14 days of the pilot review, apply the US$299 pilot fee toward the standard US$350 onboarding charge.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64E30C-083B-485C-B86F-C8336224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293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0">
                <a:solidFill>
                  <a:srgbClr val="5D6873"/>
                </a:solidFill>
              </a:defRPr>
            </a:defPPr>
            <a:lvl1pPr algn="l">
              <a:buNone/>
              <a:defRPr sz="1050" b="0" i="0">
                <a:solidFill>
                  <a:srgbClr val="5D6873"/>
                </a:solidFill>
              </a:defRPr>
            </a:lvl1pPr>
            <a:lvl2pPr algn="l">
              <a:buNone/>
              <a:defRPr sz="1050" b="0" i="0">
                <a:solidFill>
                  <a:srgbClr val="5D6873"/>
                </a:solidFill>
              </a:defRPr>
            </a:lvl2pPr>
            <a:lvl3pPr algn="l">
              <a:buNone/>
              <a:defRPr sz="1050" b="0" i="0">
                <a:solidFill>
                  <a:srgbClr val="5D6873"/>
                </a:solidFill>
              </a:defRPr>
            </a:lvl3pPr>
            <a:lvl4pPr algn="l">
              <a:buNone/>
              <a:defRPr sz="1050" b="0" i="0">
                <a:solidFill>
                  <a:srgbClr val="5D6873"/>
                </a:solidFill>
              </a:defRPr>
            </a:lvl4pPr>
            <a:lvl5pPr algn="l">
              <a:buNone/>
              <a:defRPr sz="1050" b="0" i="0">
                <a:solidFill>
                  <a:srgbClr val="5D6873"/>
                </a:solidFill>
              </a:defRPr>
            </a:lvl5pPr>
            <a:lvl6pPr algn="l">
              <a:buNone/>
              <a:defRPr sz="1050" b="0" i="0">
                <a:solidFill>
                  <a:srgbClr val="5D6873"/>
                </a:solidFill>
              </a:defRPr>
            </a:lvl6pPr>
            <a:lvl7pPr algn="l">
              <a:buNone/>
              <a:defRPr sz="1050" b="0" i="0">
                <a:solidFill>
                  <a:srgbClr val="5D6873"/>
                </a:solidFill>
              </a:defRPr>
            </a:lvl7pPr>
            <a:lvl8pPr algn="l">
              <a:buNone/>
              <a:defRPr sz="1050" b="0" i="0">
                <a:solidFill>
                  <a:srgbClr val="5D6873"/>
                </a:solidFill>
              </a:defRPr>
            </a:lvl8pPr>
            <a:lvl9pPr algn="l">
              <a:buNone/>
              <a:defRPr sz="1050" b="0" i="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l">
              <a:buNone/>
              <a:defRPr sz="1050" b="0" i="0">
                <a:solidFill>
                  <a:srgbClr val="5D6873"/>
                </a:solidFill>
              </a:defRPr>
            </a:pPr>
            <a:r>
              <a:rPr sz="1050" b="0" i="0">
                <a:solidFill>
                  <a:srgbClr val="5D6873"/>
                </a:solidFill>
              </a:rPr>
              <a:t>SMS, email, payment provider fees, complex historical data cleaning, taxes, and custom integrations remain separate.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127698-81CB-455F-93DA-EDA333DF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0" i="0">
                <a:solidFill>
                  <a:srgbClr val="5D6873"/>
                </a:solidFill>
              </a:defRPr>
            </a:defPPr>
            <a:lvl1pPr algn="r">
              <a:buNone/>
              <a:defRPr sz="900" b="0" i="0">
                <a:solidFill>
                  <a:srgbClr val="5D6873"/>
                </a:solidFill>
              </a:defRPr>
            </a:lvl1pPr>
            <a:lvl2pPr algn="r">
              <a:buNone/>
              <a:defRPr sz="900" b="0" i="0">
                <a:solidFill>
                  <a:srgbClr val="5D6873"/>
                </a:solidFill>
              </a:defRPr>
            </a:lvl2pPr>
            <a:lvl3pPr algn="r">
              <a:buNone/>
              <a:defRPr sz="900" b="0" i="0">
                <a:solidFill>
                  <a:srgbClr val="5D6873"/>
                </a:solidFill>
              </a:defRPr>
            </a:lvl3pPr>
            <a:lvl4pPr algn="r">
              <a:buNone/>
              <a:defRPr sz="900" b="0" i="0">
                <a:solidFill>
                  <a:srgbClr val="5D6873"/>
                </a:solidFill>
              </a:defRPr>
            </a:lvl4pPr>
            <a:lvl5pPr algn="r">
              <a:buNone/>
              <a:defRPr sz="900" b="0" i="0">
                <a:solidFill>
                  <a:srgbClr val="5D6873"/>
                </a:solidFill>
              </a:defRPr>
            </a:lvl5pPr>
            <a:lvl6pPr algn="r">
              <a:buNone/>
              <a:defRPr sz="900" b="0" i="0">
                <a:solidFill>
                  <a:srgbClr val="5D6873"/>
                </a:solidFill>
              </a:defRPr>
            </a:lvl6pPr>
            <a:lvl7pPr algn="r">
              <a:buNone/>
              <a:defRPr sz="900" b="0" i="0">
                <a:solidFill>
                  <a:srgbClr val="5D6873"/>
                </a:solidFill>
              </a:defRPr>
            </a:lvl7pPr>
            <a:lvl8pPr algn="r">
              <a:buNone/>
              <a:defRPr sz="900" b="0" i="0">
                <a:solidFill>
                  <a:srgbClr val="5D6873"/>
                </a:solidFill>
              </a:defRPr>
            </a:lvl8pPr>
            <a:lvl9pPr algn="r">
              <a:buNone/>
              <a:defRPr sz="900" b="0" i="0">
                <a:solidFill>
                  <a:srgbClr val="5D6873"/>
                </a:solidFill>
              </a:defRPr>
            </a:lvl9pPr>
          </a:lstStyle>
          <a:p xmlns:a="http://schemas.openxmlformats.org/drawingml/2006/main">
            <a:pPr algn="r">
              <a:buNone/>
              <a:defRPr sz="900" b="0" i="0">
                <a:solidFill>
                  <a:srgbClr val="5D6873"/>
                </a:solidFill>
              </a:defRPr>
            </a:pPr>
            <a:r>
              <a:rPr sz="900" b="0" i="0">
                <a:solidFill>
                  <a:srgbClr val="5D6873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97726652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F31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2CC784-39A3-4209-AD5B-AB572CE3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 i="0">
                <a:solidFill>
                  <a:srgbClr val="FFFFFF"/>
                </a:solidFill>
              </a:defRPr>
            </a:defPPr>
            <a:lvl1pPr algn="l">
              <a:buNone/>
              <a:defRPr sz="2550" b="1" i="0">
                <a:solidFill>
                  <a:srgbClr val="FFFFFF"/>
                </a:solidFill>
              </a:defRPr>
            </a:lvl1pPr>
            <a:lvl2pPr algn="l">
              <a:buNone/>
              <a:defRPr sz="2550" b="1" i="0">
                <a:solidFill>
                  <a:srgbClr val="FFFFFF"/>
                </a:solidFill>
              </a:defRPr>
            </a:lvl2pPr>
            <a:lvl3pPr algn="l">
              <a:buNone/>
              <a:defRPr sz="2550" b="1" i="0">
                <a:solidFill>
                  <a:srgbClr val="FFFFFF"/>
                </a:solidFill>
              </a:defRPr>
            </a:lvl3pPr>
            <a:lvl4pPr algn="l">
              <a:buNone/>
              <a:defRPr sz="2550" b="1" i="0">
                <a:solidFill>
                  <a:srgbClr val="FFFFFF"/>
                </a:solidFill>
              </a:defRPr>
            </a:lvl4pPr>
            <a:lvl5pPr algn="l">
              <a:buNone/>
              <a:defRPr sz="2550" b="1" i="0">
                <a:solidFill>
                  <a:srgbClr val="FFFFFF"/>
                </a:solidFill>
              </a:defRPr>
            </a:lvl5pPr>
            <a:lvl6pPr algn="l">
              <a:buNone/>
              <a:defRPr sz="2550" b="1" i="0">
                <a:solidFill>
                  <a:srgbClr val="FFFFFF"/>
                </a:solidFill>
              </a:defRPr>
            </a:lvl6pPr>
            <a:lvl7pPr algn="l">
              <a:buNone/>
              <a:defRPr sz="2550" b="1" i="0">
                <a:solidFill>
                  <a:srgbClr val="FFFFFF"/>
                </a:solidFill>
              </a:defRPr>
            </a:lvl7pPr>
            <a:lvl8pPr algn="l">
              <a:buNone/>
              <a:defRPr sz="2550" b="1" i="0">
                <a:solidFill>
                  <a:srgbClr val="FFFFFF"/>
                </a:solidFill>
              </a:defRPr>
            </a:lvl8pPr>
            <a:lvl9pPr algn="l">
              <a:buNone/>
              <a:defRPr sz="2550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buNone/>
              <a:defRPr sz="2550" b="1" i="0">
                <a:solidFill>
                  <a:srgbClr val="FFFFFF"/>
                </a:solidFill>
              </a:defRPr>
            </a:pPr>
            <a:r>
              <a:rPr sz="2550" b="1" i="0">
                <a:solidFill>
                  <a:srgbClr val="FFFFFF"/>
                </a:solidFill>
              </a:rPr>
              <a:t>Technical foundation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58A13E-9FD2-4606-B5E9-0B07DEE7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334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B9D0E0"/>
                </a:solidFill>
              </a:defRPr>
            </a:defPPr>
            <a:lvl1pPr algn="l">
              <a:buNone/>
              <a:defRPr sz="1350" b="0" i="0">
                <a:solidFill>
                  <a:srgbClr val="B9D0E0"/>
                </a:solidFill>
              </a:defRPr>
            </a:lvl1pPr>
            <a:lvl2pPr algn="l">
              <a:buNone/>
              <a:defRPr sz="1350" b="0" i="0">
                <a:solidFill>
                  <a:srgbClr val="B9D0E0"/>
                </a:solidFill>
              </a:defRPr>
            </a:lvl2pPr>
            <a:lvl3pPr algn="l">
              <a:buNone/>
              <a:defRPr sz="1350" b="0" i="0">
                <a:solidFill>
                  <a:srgbClr val="B9D0E0"/>
                </a:solidFill>
              </a:defRPr>
            </a:lvl3pPr>
            <a:lvl4pPr algn="l">
              <a:buNone/>
              <a:defRPr sz="1350" b="0" i="0">
                <a:solidFill>
                  <a:srgbClr val="B9D0E0"/>
                </a:solidFill>
              </a:defRPr>
            </a:lvl4pPr>
            <a:lvl5pPr algn="l">
              <a:buNone/>
              <a:defRPr sz="1350" b="0" i="0">
                <a:solidFill>
                  <a:srgbClr val="B9D0E0"/>
                </a:solidFill>
              </a:defRPr>
            </a:lvl5pPr>
            <a:lvl6pPr algn="l">
              <a:buNone/>
              <a:defRPr sz="1350" b="0" i="0">
                <a:solidFill>
                  <a:srgbClr val="B9D0E0"/>
                </a:solidFill>
              </a:defRPr>
            </a:lvl6pPr>
            <a:lvl7pPr algn="l">
              <a:buNone/>
              <a:defRPr sz="1350" b="0" i="0">
                <a:solidFill>
                  <a:srgbClr val="B9D0E0"/>
                </a:solidFill>
              </a:defRPr>
            </a:lvl7pPr>
            <a:lvl8pPr algn="l">
              <a:buNone/>
              <a:defRPr sz="1350" b="0" i="0">
                <a:solidFill>
                  <a:srgbClr val="B9D0E0"/>
                </a:solidFill>
              </a:defRPr>
            </a:lvl8pPr>
            <a:lvl9pPr algn="l">
              <a:buNone/>
              <a:defRPr sz="1350" b="0" i="0">
                <a:solidFill>
                  <a:srgbClr val="B9D0E0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0" i="0">
                <a:solidFill>
                  <a:srgbClr val="B9D0E0"/>
                </a:solidFill>
              </a:defRPr>
            </a:pPr>
            <a:r>
              <a:rPr sz="1350" b="0" i="0">
                <a:solidFill>
                  <a:srgbClr val="B9D0E0"/>
                </a:solidFill>
              </a:rPr>
              <a:t>Current implementation and hosting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0D8399-2FCF-487A-B515-780C9788D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76D4BC"/>
                </a:solidFill>
              </a:defRPr>
            </a:defPPr>
            <a:lvl1pPr algn="l">
              <a:buNone/>
              <a:defRPr sz="1350" b="1" i="0">
                <a:solidFill>
                  <a:srgbClr val="76D4BC"/>
                </a:solidFill>
              </a:defRPr>
            </a:lvl1pPr>
            <a:lvl2pPr algn="l">
              <a:buNone/>
              <a:defRPr sz="1350" b="1" i="0">
                <a:solidFill>
                  <a:srgbClr val="76D4BC"/>
                </a:solidFill>
              </a:defRPr>
            </a:lvl2pPr>
            <a:lvl3pPr algn="l">
              <a:buNone/>
              <a:defRPr sz="1350" b="1" i="0">
                <a:solidFill>
                  <a:srgbClr val="76D4BC"/>
                </a:solidFill>
              </a:defRPr>
            </a:lvl3pPr>
            <a:lvl4pPr algn="l">
              <a:buNone/>
              <a:defRPr sz="1350" b="1" i="0">
                <a:solidFill>
                  <a:srgbClr val="76D4BC"/>
                </a:solidFill>
              </a:defRPr>
            </a:lvl4pPr>
            <a:lvl5pPr algn="l">
              <a:buNone/>
              <a:defRPr sz="1350" b="1" i="0">
                <a:solidFill>
                  <a:srgbClr val="76D4BC"/>
                </a:solidFill>
              </a:defRPr>
            </a:lvl5pPr>
            <a:lvl6pPr algn="l">
              <a:buNone/>
              <a:defRPr sz="1350" b="1" i="0">
                <a:solidFill>
                  <a:srgbClr val="76D4BC"/>
                </a:solidFill>
              </a:defRPr>
            </a:lvl6pPr>
            <a:lvl7pPr algn="l">
              <a:buNone/>
              <a:defRPr sz="1350" b="1" i="0">
                <a:solidFill>
                  <a:srgbClr val="76D4BC"/>
                </a:solidFill>
              </a:defRPr>
            </a:lvl7pPr>
            <a:lvl8pPr algn="l">
              <a:buNone/>
              <a:defRPr sz="1350" b="1" i="0">
                <a:solidFill>
                  <a:srgbClr val="76D4BC"/>
                </a:solidFill>
              </a:defRPr>
            </a:lvl8pPr>
            <a:lvl9pPr algn="l">
              <a:buNone/>
              <a:defRPr sz="1350" b="1" i="0">
                <a:solidFill>
                  <a:srgbClr val="76D4BC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1" i="0">
                <a:solidFill>
                  <a:srgbClr val="76D4BC"/>
                </a:solidFill>
              </a:defRPr>
            </a:pPr>
            <a:r>
              <a:rPr sz="1350" b="1" i="0">
                <a:solidFill>
                  <a:srgbClr val="76D4BC"/>
                </a:solidFill>
              </a:rPr>
              <a:t>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444F60-461F-4AE2-B89B-77C78A31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FFFFFF"/>
                </a:solidFill>
              </a:defRPr>
            </a:defPPr>
            <a:lvl1pPr algn="l">
              <a:buNone/>
              <a:defRPr sz="1350" b="0" i="0">
                <a:solidFill>
                  <a:srgbClr val="FFFFFF"/>
                </a:solidFill>
              </a:defRPr>
            </a:lvl1pPr>
            <a:lvl2pPr algn="l">
              <a:buNone/>
              <a:defRPr sz="1350" b="0" i="0">
                <a:solidFill>
                  <a:srgbClr val="FFFFFF"/>
                </a:solidFill>
              </a:defRPr>
            </a:lvl2pPr>
            <a:lvl3pPr algn="l">
              <a:buNone/>
              <a:defRPr sz="1350" b="0" i="0">
                <a:solidFill>
                  <a:srgbClr val="FFFFFF"/>
                </a:solidFill>
              </a:defRPr>
            </a:lvl3pPr>
            <a:lvl4pPr algn="l">
              <a:buNone/>
              <a:defRPr sz="1350" b="0" i="0">
                <a:solidFill>
                  <a:srgbClr val="FFFFFF"/>
                </a:solidFill>
              </a:defRPr>
            </a:lvl4pPr>
            <a:lvl5pPr algn="l">
              <a:buNone/>
              <a:defRPr sz="1350" b="0" i="0">
                <a:solidFill>
                  <a:srgbClr val="FFFFFF"/>
                </a:solidFill>
              </a:defRPr>
            </a:lvl5pPr>
            <a:lvl6pPr algn="l">
              <a:buNone/>
              <a:defRPr sz="1350" b="0" i="0">
                <a:solidFill>
                  <a:srgbClr val="FFFFFF"/>
                </a:solidFill>
              </a:defRPr>
            </a:lvl6pPr>
            <a:lvl7pPr algn="l">
              <a:buNone/>
              <a:defRPr sz="1350" b="0" i="0">
                <a:solidFill>
                  <a:srgbClr val="FFFFFF"/>
                </a:solidFill>
              </a:defRPr>
            </a:lvl7pPr>
            <a:lvl8pPr algn="l">
              <a:buNone/>
              <a:defRPr sz="1350" b="0" i="0">
                <a:solidFill>
                  <a:srgbClr val="FFFFFF"/>
                </a:solidFill>
              </a:defRPr>
            </a:lvl8pPr>
            <a:lvl9pPr algn="l">
              <a:buNone/>
              <a:defRPr sz="1350" b="0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React 19, Vite 8, Tailwind CSS 4, Axios, Laravel 13, PHP 8.4, Sanctum, DOMPDF, and Paynow SDK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161CF5-E8A9-4EBE-A0C6-6EC55C65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573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76D4BC"/>
                </a:solidFill>
              </a:defRPr>
            </a:defPPr>
            <a:lvl1pPr algn="l">
              <a:buNone/>
              <a:defRPr sz="1350" b="1" i="0">
                <a:solidFill>
                  <a:srgbClr val="76D4BC"/>
                </a:solidFill>
              </a:defRPr>
            </a:lvl1pPr>
            <a:lvl2pPr algn="l">
              <a:buNone/>
              <a:defRPr sz="1350" b="1" i="0">
                <a:solidFill>
                  <a:srgbClr val="76D4BC"/>
                </a:solidFill>
              </a:defRPr>
            </a:lvl2pPr>
            <a:lvl3pPr algn="l">
              <a:buNone/>
              <a:defRPr sz="1350" b="1" i="0">
                <a:solidFill>
                  <a:srgbClr val="76D4BC"/>
                </a:solidFill>
              </a:defRPr>
            </a:lvl3pPr>
            <a:lvl4pPr algn="l">
              <a:buNone/>
              <a:defRPr sz="1350" b="1" i="0">
                <a:solidFill>
                  <a:srgbClr val="76D4BC"/>
                </a:solidFill>
              </a:defRPr>
            </a:lvl4pPr>
            <a:lvl5pPr algn="l">
              <a:buNone/>
              <a:defRPr sz="1350" b="1" i="0">
                <a:solidFill>
                  <a:srgbClr val="76D4BC"/>
                </a:solidFill>
              </a:defRPr>
            </a:lvl5pPr>
            <a:lvl6pPr algn="l">
              <a:buNone/>
              <a:defRPr sz="1350" b="1" i="0">
                <a:solidFill>
                  <a:srgbClr val="76D4BC"/>
                </a:solidFill>
              </a:defRPr>
            </a:lvl6pPr>
            <a:lvl7pPr algn="l">
              <a:buNone/>
              <a:defRPr sz="1350" b="1" i="0">
                <a:solidFill>
                  <a:srgbClr val="76D4BC"/>
                </a:solidFill>
              </a:defRPr>
            </a:lvl7pPr>
            <a:lvl8pPr algn="l">
              <a:buNone/>
              <a:defRPr sz="1350" b="1" i="0">
                <a:solidFill>
                  <a:srgbClr val="76D4BC"/>
                </a:solidFill>
              </a:defRPr>
            </a:lvl8pPr>
            <a:lvl9pPr algn="l">
              <a:buNone/>
              <a:defRPr sz="1350" b="1" i="0">
                <a:solidFill>
                  <a:srgbClr val="76D4BC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1" i="0">
                <a:solidFill>
                  <a:srgbClr val="76D4BC"/>
                </a:solidFill>
              </a:defRPr>
            </a:pPr>
            <a:r>
              <a:rPr sz="1350" b="1" i="0">
                <a:solidFill>
                  <a:srgbClr val="76D4BC"/>
                </a:solidFill>
              </a:rPr>
              <a:t>Data and operations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143CCE-17DF-4C51-B038-0B061C8A8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FFFFFF"/>
                </a:solidFill>
              </a:defRPr>
            </a:defPPr>
            <a:lvl1pPr algn="l">
              <a:buNone/>
              <a:defRPr sz="1350" b="0" i="0">
                <a:solidFill>
                  <a:srgbClr val="FFFFFF"/>
                </a:solidFill>
              </a:defRPr>
            </a:lvl1pPr>
            <a:lvl2pPr algn="l">
              <a:buNone/>
              <a:defRPr sz="1350" b="0" i="0">
                <a:solidFill>
                  <a:srgbClr val="FFFFFF"/>
                </a:solidFill>
              </a:defRPr>
            </a:lvl2pPr>
            <a:lvl3pPr algn="l">
              <a:buNone/>
              <a:defRPr sz="1350" b="0" i="0">
                <a:solidFill>
                  <a:srgbClr val="FFFFFF"/>
                </a:solidFill>
              </a:defRPr>
            </a:lvl3pPr>
            <a:lvl4pPr algn="l">
              <a:buNone/>
              <a:defRPr sz="1350" b="0" i="0">
                <a:solidFill>
                  <a:srgbClr val="FFFFFF"/>
                </a:solidFill>
              </a:defRPr>
            </a:lvl4pPr>
            <a:lvl5pPr algn="l">
              <a:buNone/>
              <a:defRPr sz="1350" b="0" i="0">
                <a:solidFill>
                  <a:srgbClr val="FFFFFF"/>
                </a:solidFill>
              </a:defRPr>
            </a:lvl5pPr>
            <a:lvl6pPr algn="l">
              <a:buNone/>
              <a:defRPr sz="1350" b="0" i="0">
                <a:solidFill>
                  <a:srgbClr val="FFFFFF"/>
                </a:solidFill>
              </a:defRPr>
            </a:lvl6pPr>
            <a:lvl7pPr algn="l">
              <a:buNone/>
              <a:defRPr sz="1350" b="0" i="0">
                <a:solidFill>
                  <a:srgbClr val="FFFFFF"/>
                </a:solidFill>
              </a:defRPr>
            </a:lvl7pPr>
            <a:lvl8pPr algn="l">
              <a:buNone/>
              <a:defRPr sz="1350" b="0" i="0">
                <a:solidFill>
                  <a:srgbClr val="FFFFFF"/>
                </a:solidFill>
              </a:defRPr>
            </a:lvl8pPr>
            <a:lvl9pPr algn="l">
              <a:buNone/>
              <a:defRPr sz="1350" b="0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Managed MySQL, Redis queues and cache, encrypted sessions, backups, scheduler, worker, logs, and health checks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11C4AD-519A-4F6D-9CDF-49AA7A88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76D4BC"/>
                </a:solidFill>
              </a:defRPr>
            </a:defPPr>
            <a:lvl1pPr algn="l">
              <a:buNone/>
              <a:defRPr sz="1350" b="1" i="0">
                <a:solidFill>
                  <a:srgbClr val="76D4BC"/>
                </a:solidFill>
              </a:defRPr>
            </a:lvl1pPr>
            <a:lvl2pPr algn="l">
              <a:buNone/>
              <a:defRPr sz="1350" b="1" i="0">
                <a:solidFill>
                  <a:srgbClr val="76D4BC"/>
                </a:solidFill>
              </a:defRPr>
            </a:lvl2pPr>
            <a:lvl3pPr algn="l">
              <a:buNone/>
              <a:defRPr sz="1350" b="1" i="0">
                <a:solidFill>
                  <a:srgbClr val="76D4BC"/>
                </a:solidFill>
              </a:defRPr>
            </a:lvl3pPr>
            <a:lvl4pPr algn="l">
              <a:buNone/>
              <a:defRPr sz="1350" b="1" i="0">
                <a:solidFill>
                  <a:srgbClr val="76D4BC"/>
                </a:solidFill>
              </a:defRPr>
            </a:lvl4pPr>
            <a:lvl5pPr algn="l">
              <a:buNone/>
              <a:defRPr sz="1350" b="1" i="0">
                <a:solidFill>
                  <a:srgbClr val="76D4BC"/>
                </a:solidFill>
              </a:defRPr>
            </a:lvl5pPr>
            <a:lvl6pPr algn="l">
              <a:buNone/>
              <a:defRPr sz="1350" b="1" i="0">
                <a:solidFill>
                  <a:srgbClr val="76D4BC"/>
                </a:solidFill>
              </a:defRPr>
            </a:lvl6pPr>
            <a:lvl7pPr algn="l">
              <a:buNone/>
              <a:defRPr sz="1350" b="1" i="0">
                <a:solidFill>
                  <a:srgbClr val="76D4BC"/>
                </a:solidFill>
              </a:defRPr>
            </a:lvl7pPr>
            <a:lvl8pPr algn="l">
              <a:buNone/>
              <a:defRPr sz="1350" b="1" i="0">
                <a:solidFill>
                  <a:srgbClr val="76D4BC"/>
                </a:solidFill>
              </a:defRPr>
            </a:lvl8pPr>
            <a:lvl9pPr algn="l">
              <a:buNone/>
              <a:defRPr sz="1350" b="1" i="0">
                <a:solidFill>
                  <a:srgbClr val="76D4BC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1" i="0">
                <a:solidFill>
                  <a:srgbClr val="76D4BC"/>
                </a:solidFill>
              </a:defRPr>
            </a:pPr>
            <a:r>
              <a:rPr sz="1350" b="1" i="0">
                <a:solidFill>
                  <a:srgbClr val="76D4BC"/>
                </a:solidFill>
              </a:rPr>
              <a:t>Hosting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8A7213-871E-44A7-A6B3-68849CD9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71900"/>
            <a:ext cx="476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FFFFFF"/>
                </a:solidFill>
              </a:defRPr>
            </a:defPPr>
            <a:lvl1pPr algn="l">
              <a:buNone/>
              <a:defRPr sz="1350" b="0" i="0">
                <a:solidFill>
                  <a:srgbClr val="FFFFFF"/>
                </a:solidFill>
              </a:defRPr>
            </a:lvl1pPr>
            <a:lvl2pPr algn="l">
              <a:buNone/>
              <a:defRPr sz="1350" b="0" i="0">
                <a:solidFill>
                  <a:srgbClr val="FFFFFF"/>
                </a:solidFill>
              </a:defRPr>
            </a:lvl2pPr>
            <a:lvl3pPr algn="l">
              <a:buNone/>
              <a:defRPr sz="1350" b="0" i="0">
                <a:solidFill>
                  <a:srgbClr val="FFFFFF"/>
                </a:solidFill>
              </a:defRPr>
            </a:lvl3pPr>
            <a:lvl4pPr algn="l">
              <a:buNone/>
              <a:defRPr sz="1350" b="0" i="0">
                <a:solidFill>
                  <a:srgbClr val="FFFFFF"/>
                </a:solidFill>
              </a:defRPr>
            </a:lvl4pPr>
            <a:lvl5pPr algn="l">
              <a:buNone/>
              <a:defRPr sz="1350" b="0" i="0">
                <a:solidFill>
                  <a:srgbClr val="FFFFFF"/>
                </a:solidFill>
              </a:defRPr>
            </a:lvl5pPr>
            <a:lvl6pPr algn="l">
              <a:buNone/>
              <a:defRPr sz="1350" b="0" i="0">
                <a:solidFill>
                  <a:srgbClr val="FFFFFF"/>
                </a:solidFill>
              </a:defRPr>
            </a:lvl6pPr>
            <a:lvl7pPr algn="l">
              <a:buNone/>
              <a:defRPr sz="1350" b="0" i="0">
                <a:solidFill>
                  <a:srgbClr val="FFFFFF"/>
                </a:solidFill>
              </a:defRPr>
            </a:lvl7pPr>
            <a:lvl8pPr algn="l">
              <a:buNone/>
              <a:defRPr sz="1350" b="0" i="0">
                <a:solidFill>
                  <a:srgbClr val="FFFFFF"/>
                </a:solidFill>
              </a:defRPr>
            </a:lvl8pPr>
            <a:lvl9pPr algn="l">
              <a:buNone/>
              <a:defRPr sz="1350" b="0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Docker deployment on Railway with separate web, worker, scheduler, MySQL, and Redis services behind HTTPS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0E6CD5-02A4-46D4-A56E-5E5734E0C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290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76D4BC"/>
                </a:solidFill>
              </a:defRPr>
            </a:defPPr>
            <a:lvl1pPr algn="l">
              <a:buNone/>
              <a:defRPr sz="1350" b="1" i="0">
                <a:solidFill>
                  <a:srgbClr val="76D4BC"/>
                </a:solidFill>
              </a:defRPr>
            </a:lvl1pPr>
            <a:lvl2pPr algn="l">
              <a:buNone/>
              <a:defRPr sz="1350" b="1" i="0">
                <a:solidFill>
                  <a:srgbClr val="76D4BC"/>
                </a:solidFill>
              </a:defRPr>
            </a:lvl2pPr>
            <a:lvl3pPr algn="l">
              <a:buNone/>
              <a:defRPr sz="1350" b="1" i="0">
                <a:solidFill>
                  <a:srgbClr val="76D4BC"/>
                </a:solidFill>
              </a:defRPr>
            </a:lvl3pPr>
            <a:lvl4pPr algn="l">
              <a:buNone/>
              <a:defRPr sz="1350" b="1" i="0">
                <a:solidFill>
                  <a:srgbClr val="76D4BC"/>
                </a:solidFill>
              </a:defRPr>
            </a:lvl4pPr>
            <a:lvl5pPr algn="l">
              <a:buNone/>
              <a:defRPr sz="1350" b="1" i="0">
                <a:solidFill>
                  <a:srgbClr val="76D4BC"/>
                </a:solidFill>
              </a:defRPr>
            </a:lvl5pPr>
            <a:lvl6pPr algn="l">
              <a:buNone/>
              <a:defRPr sz="1350" b="1" i="0">
                <a:solidFill>
                  <a:srgbClr val="76D4BC"/>
                </a:solidFill>
              </a:defRPr>
            </a:lvl6pPr>
            <a:lvl7pPr algn="l">
              <a:buNone/>
              <a:defRPr sz="1350" b="1" i="0">
                <a:solidFill>
                  <a:srgbClr val="76D4BC"/>
                </a:solidFill>
              </a:defRPr>
            </a:lvl7pPr>
            <a:lvl8pPr algn="l">
              <a:buNone/>
              <a:defRPr sz="1350" b="1" i="0">
                <a:solidFill>
                  <a:srgbClr val="76D4BC"/>
                </a:solidFill>
              </a:defRPr>
            </a:lvl8pPr>
            <a:lvl9pPr algn="l">
              <a:buNone/>
              <a:defRPr sz="1350" b="1" i="0">
                <a:solidFill>
                  <a:srgbClr val="76D4BC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1" i="0">
                <a:solidFill>
                  <a:srgbClr val="76D4BC"/>
                </a:solidFill>
              </a:defRPr>
            </a:pPr>
            <a:r>
              <a:rPr sz="1350" b="1" i="0">
                <a:solidFill>
                  <a:srgbClr val="76D4BC"/>
                </a:solidFill>
              </a:rPr>
              <a:t>Next step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4C36F2-773E-4879-A59C-E189AAD3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71900"/>
            <a:ext cx="476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 i="0">
                <a:solidFill>
                  <a:srgbClr val="FFFFFF"/>
                </a:solidFill>
              </a:defRPr>
            </a:defPPr>
            <a:lvl1pPr algn="l">
              <a:buNone/>
              <a:defRPr sz="1725" b="1" i="0">
                <a:solidFill>
                  <a:srgbClr val="FFFFFF"/>
                </a:solidFill>
              </a:defRPr>
            </a:lvl1pPr>
            <a:lvl2pPr algn="l">
              <a:buNone/>
              <a:defRPr sz="1725" b="1" i="0">
                <a:solidFill>
                  <a:srgbClr val="FFFFFF"/>
                </a:solidFill>
              </a:defRPr>
            </a:lvl2pPr>
            <a:lvl3pPr algn="l">
              <a:buNone/>
              <a:defRPr sz="1725" b="1" i="0">
                <a:solidFill>
                  <a:srgbClr val="FFFFFF"/>
                </a:solidFill>
              </a:defRPr>
            </a:lvl3pPr>
            <a:lvl4pPr algn="l">
              <a:buNone/>
              <a:defRPr sz="1725" b="1" i="0">
                <a:solidFill>
                  <a:srgbClr val="FFFFFF"/>
                </a:solidFill>
              </a:defRPr>
            </a:lvl4pPr>
            <a:lvl5pPr algn="l">
              <a:buNone/>
              <a:defRPr sz="1725" b="1" i="0">
                <a:solidFill>
                  <a:srgbClr val="FFFFFF"/>
                </a:solidFill>
              </a:defRPr>
            </a:lvl5pPr>
            <a:lvl6pPr algn="l">
              <a:buNone/>
              <a:defRPr sz="1725" b="1" i="0">
                <a:solidFill>
                  <a:srgbClr val="FFFFFF"/>
                </a:solidFill>
              </a:defRPr>
            </a:lvl6pPr>
            <a:lvl7pPr algn="l">
              <a:buNone/>
              <a:defRPr sz="1725" b="1" i="0">
                <a:solidFill>
                  <a:srgbClr val="FFFFFF"/>
                </a:solidFill>
              </a:defRPr>
            </a:lvl7pPr>
            <a:lvl8pPr algn="l">
              <a:buNone/>
              <a:defRPr sz="1725" b="1" i="0">
                <a:solidFill>
                  <a:srgbClr val="FFFFFF"/>
                </a:solidFill>
              </a:defRPr>
            </a:lvl8pPr>
            <a:lvl9pPr algn="l">
              <a:buNone/>
              <a:defRPr sz="1725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buNone/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Agree the pilot scope, nominate the school lead, approve the data set, and schedule the demonstration.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708CCC-4244-4EFF-B477-3A43C9D5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15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 i="0">
                <a:solidFill>
                  <a:srgbClr val="8FB0C6"/>
                </a:solidFill>
              </a:defRPr>
            </a:defPPr>
            <a:lvl1pPr algn="l">
              <a:buNone/>
              <a:defRPr sz="1125" b="0" i="0">
                <a:solidFill>
                  <a:srgbClr val="8FB0C6"/>
                </a:solidFill>
              </a:defRPr>
            </a:lvl1pPr>
            <a:lvl2pPr algn="l">
              <a:buNone/>
              <a:defRPr sz="1125" b="0" i="0">
                <a:solidFill>
                  <a:srgbClr val="8FB0C6"/>
                </a:solidFill>
              </a:defRPr>
            </a:lvl2pPr>
            <a:lvl3pPr algn="l">
              <a:buNone/>
              <a:defRPr sz="1125" b="0" i="0">
                <a:solidFill>
                  <a:srgbClr val="8FB0C6"/>
                </a:solidFill>
              </a:defRPr>
            </a:lvl3pPr>
            <a:lvl4pPr algn="l">
              <a:buNone/>
              <a:defRPr sz="1125" b="0" i="0">
                <a:solidFill>
                  <a:srgbClr val="8FB0C6"/>
                </a:solidFill>
              </a:defRPr>
            </a:lvl4pPr>
            <a:lvl5pPr algn="l">
              <a:buNone/>
              <a:defRPr sz="1125" b="0" i="0">
                <a:solidFill>
                  <a:srgbClr val="8FB0C6"/>
                </a:solidFill>
              </a:defRPr>
            </a:lvl5pPr>
            <a:lvl6pPr algn="l">
              <a:buNone/>
              <a:defRPr sz="1125" b="0" i="0">
                <a:solidFill>
                  <a:srgbClr val="8FB0C6"/>
                </a:solidFill>
              </a:defRPr>
            </a:lvl6pPr>
            <a:lvl7pPr algn="l">
              <a:buNone/>
              <a:defRPr sz="1125" b="0" i="0">
                <a:solidFill>
                  <a:srgbClr val="8FB0C6"/>
                </a:solidFill>
              </a:defRPr>
            </a:lvl7pPr>
            <a:lvl8pPr algn="l">
              <a:buNone/>
              <a:defRPr sz="1125" b="0" i="0">
                <a:solidFill>
                  <a:srgbClr val="8FB0C6"/>
                </a:solidFill>
              </a:defRPr>
            </a:lvl8pPr>
            <a:lvl9pPr algn="l">
              <a:buNone/>
              <a:defRPr sz="1125" b="0" i="0">
                <a:solidFill>
                  <a:srgbClr val="8FB0C6"/>
                </a:solidFill>
              </a:defRPr>
            </a:lvl9pPr>
          </a:lstStyle>
          <a:p xmlns:a="http://schemas.openxmlformats.org/drawingml/2006/main">
            <a:pPr algn="l">
              <a:buNone/>
              <a:defRPr sz="1125" b="0" i="0">
                <a:solidFill>
                  <a:srgbClr val="8FB0C6"/>
                </a:solidFill>
              </a:defRPr>
            </a:pPr>
            <a:r>
              <a:rPr sz="1125" b="0" i="0">
                <a:solidFill>
                  <a:srgbClr val="8FB0C6"/>
                </a:solidFill>
              </a:rPr>
              <a:t>Nexatech School Operations Platform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76BB69-86EF-418A-913C-DA72E65E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115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0" i="0">
                <a:solidFill>
                  <a:srgbClr val="8FB0C6"/>
                </a:solidFill>
              </a:defRPr>
            </a:defPPr>
            <a:lvl1pPr algn="r">
              <a:buNone/>
              <a:defRPr sz="900" b="0" i="0">
                <a:solidFill>
                  <a:srgbClr val="8FB0C6"/>
                </a:solidFill>
              </a:defRPr>
            </a:lvl1pPr>
            <a:lvl2pPr algn="r">
              <a:buNone/>
              <a:defRPr sz="900" b="0" i="0">
                <a:solidFill>
                  <a:srgbClr val="8FB0C6"/>
                </a:solidFill>
              </a:defRPr>
            </a:lvl2pPr>
            <a:lvl3pPr algn="r">
              <a:buNone/>
              <a:defRPr sz="900" b="0" i="0">
                <a:solidFill>
                  <a:srgbClr val="8FB0C6"/>
                </a:solidFill>
              </a:defRPr>
            </a:lvl3pPr>
            <a:lvl4pPr algn="r">
              <a:buNone/>
              <a:defRPr sz="900" b="0" i="0">
                <a:solidFill>
                  <a:srgbClr val="8FB0C6"/>
                </a:solidFill>
              </a:defRPr>
            </a:lvl4pPr>
            <a:lvl5pPr algn="r">
              <a:buNone/>
              <a:defRPr sz="900" b="0" i="0">
                <a:solidFill>
                  <a:srgbClr val="8FB0C6"/>
                </a:solidFill>
              </a:defRPr>
            </a:lvl5pPr>
            <a:lvl6pPr algn="r">
              <a:buNone/>
              <a:defRPr sz="900" b="0" i="0">
                <a:solidFill>
                  <a:srgbClr val="8FB0C6"/>
                </a:solidFill>
              </a:defRPr>
            </a:lvl6pPr>
            <a:lvl7pPr algn="r">
              <a:buNone/>
              <a:defRPr sz="900" b="0" i="0">
                <a:solidFill>
                  <a:srgbClr val="8FB0C6"/>
                </a:solidFill>
              </a:defRPr>
            </a:lvl7pPr>
            <a:lvl8pPr algn="r">
              <a:buNone/>
              <a:defRPr sz="900" b="0" i="0">
                <a:solidFill>
                  <a:srgbClr val="8FB0C6"/>
                </a:solidFill>
              </a:defRPr>
            </a:lvl8pPr>
            <a:lvl9pPr algn="r">
              <a:buNone/>
              <a:defRPr sz="900" b="0" i="0">
                <a:solidFill>
                  <a:srgbClr val="8FB0C6"/>
                </a:solidFill>
              </a:defRPr>
            </a:lvl9pPr>
          </a:lstStyle>
          <a:p xmlns:a="http://schemas.openxmlformats.org/drawingml/2006/main">
            <a:pPr algn="r">
              <a:buNone/>
              <a:defRPr sz="900" b="0" i="0">
                <a:solidFill>
                  <a:srgbClr val="8FB0C6"/>
                </a:solidFill>
              </a:defRPr>
            </a:pPr>
            <a:r>
              <a:rPr sz="900" b="0" i="0">
                <a:solidFill>
                  <a:srgbClr val="8FB0C6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9369959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2026-10-21T17:13:14.3900000Z</dcterms:created>
  <dcterms:modified xsi:type="dcterms:W3CDTF">2026-10-21T17:13:14.3910000Z</dcterms:modified>
</coreProperties>
</file>
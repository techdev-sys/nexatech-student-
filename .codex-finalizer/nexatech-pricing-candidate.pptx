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b2d48c82346d4" /><Relationship Type="http://schemas.openxmlformats.org/officeDocument/2006/relationships/extended-properties" Target="/docProps/app.xml" Id="R972afba96b9644ac" /><Relationship Type="http://schemas.openxmlformats.org/officeDocument/2006/relationships/officeDocument" Target="/ppt/presentation.xml" Id="R5b0d42bb1557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b8215584545c0"/>
  </p:sldMasterIdLst>
  <p:notesMasterIdLst>
    <p:notesMasterId xmlns:r="http://schemas.openxmlformats.org/officeDocument/2006/relationships" r:id="Rd09b53222f3f4cda"/>
  </p:notesMasterIdLst>
  <p:sldIdLst>
    <p:sldId xmlns:r="http://schemas.openxmlformats.org/officeDocument/2006/relationships" id="256" r:id="Rb2c7bed93ffc4d72"/>
    <p:sldId xmlns:r="http://schemas.openxmlformats.org/officeDocument/2006/relationships" id="257" r:id="R3979847452714828"/>
    <p:sldId xmlns:r="http://schemas.openxmlformats.org/officeDocument/2006/relationships" id="258" r:id="R0034e572246a4d58"/>
    <p:sldId xmlns:r="http://schemas.openxmlformats.org/officeDocument/2006/relationships" id="259" r:id="R67eabab93e77479f"/>
    <p:sldId xmlns:r="http://schemas.openxmlformats.org/officeDocument/2006/relationships" id="260" r:id="R0ee28854e2654d2d"/>
    <p:sldId xmlns:r="http://schemas.openxmlformats.org/officeDocument/2006/relationships" id="261" r:id="Rb5d39fc7392e4c84"/>
    <p:sldId xmlns:r="http://schemas.openxmlformats.org/officeDocument/2006/relationships" id="262" r:id="R6e7fc4a256174bd2"/>
    <p:sldId xmlns:r="http://schemas.openxmlformats.org/officeDocument/2006/relationships" id="263" r:id="R526d8a002ec24056"/>
    <p:sldId xmlns:r="http://schemas.openxmlformats.org/officeDocument/2006/relationships" id="264" r:id="R17d9043efb674555"/>
    <p:sldId xmlns:r="http://schemas.openxmlformats.org/officeDocument/2006/relationships" id="265" r:id="Rf120a3f4166d4949"/>
    <p:sldId xmlns:r="http://schemas.openxmlformats.org/officeDocument/2006/relationships" id="266" r:id="R8fb7d80767b2494b"/>
    <p:sldId xmlns:r="http://schemas.openxmlformats.org/officeDocument/2006/relationships" id="267" r:id="R43cdd57c595f4a32"/>
    <p:sldId xmlns:r="http://schemas.openxmlformats.org/officeDocument/2006/relationships" id="268" r:id="Rd622503466ce47d5"/>
    <p:sldId xmlns:r="http://schemas.openxmlformats.org/officeDocument/2006/relationships" id="269" r:id="R186610c9779c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f2e0ce2761494e" /><Relationship Type="http://schemas.openxmlformats.org/officeDocument/2006/relationships/slideMaster" Target="/ppt/slideMasters/slideMaster1.xml" Id="R774b8215584545c0" /><Relationship Type="http://schemas.openxmlformats.org/officeDocument/2006/relationships/notesMaster" Target="/ppt/notesMasters/notesMaster1.xml" Id="Rd09b53222f3f4cda" /><Relationship Type="http://schemas.openxmlformats.org/officeDocument/2006/relationships/presProps" Target="/ppt/presProps.xml" Id="R33c11d443b7c45e8" /><Relationship Type="http://schemas.openxmlformats.org/officeDocument/2006/relationships/tableStyles" Target="/ppt/tableStyles.xml" Id="Ra0dd0236c1c94a0c" /><Relationship Type="http://schemas.openxmlformats.org/officeDocument/2006/relationships/slide" Target="/ppt/slides/slide1.xml" Id="Rb2c7bed93ffc4d72" /><Relationship Type="http://schemas.openxmlformats.org/officeDocument/2006/relationships/slide" Target="/ppt/slides/slide2.xml" Id="R3979847452714828" /><Relationship Type="http://schemas.openxmlformats.org/officeDocument/2006/relationships/slide" Target="/ppt/slides/slide3.xml" Id="R0034e572246a4d58" /><Relationship Type="http://schemas.openxmlformats.org/officeDocument/2006/relationships/slide" Target="/ppt/slides/slide4.xml" Id="R67eabab93e77479f" /><Relationship Type="http://schemas.openxmlformats.org/officeDocument/2006/relationships/slide" Target="/ppt/slides/slide5.xml" Id="R0ee28854e2654d2d" /><Relationship Type="http://schemas.openxmlformats.org/officeDocument/2006/relationships/slide" Target="/ppt/slides/slide6.xml" Id="Rb5d39fc7392e4c84" /><Relationship Type="http://schemas.openxmlformats.org/officeDocument/2006/relationships/slide" Target="/ppt/slides/slide7.xml" Id="R6e7fc4a256174bd2" /><Relationship Type="http://schemas.openxmlformats.org/officeDocument/2006/relationships/slide" Target="/ppt/slides/slide8.xml" Id="R526d8a002ec24056" /><Relationship Type="http://schemas.openxmlformats.org/officeDocument/2006/relationships/slide" Target="/ppt/slides/slide9.xml" Id="R17d9043efb674555" /><Relationship Type="http://schemas.openxmlformats.org/officeDocument/2006/relationships/slide" Target="/ppt/slides/slide10.xml" Id="Rf120a3f4166d4949" /><Relationship Type="http://schemas.openxmlformats.org/officeDocument/2006/relationships/slide" Target="/ppt/slides/slide11.xml" Id="R8fb7d80767b2494b" /><Relationship Type="http://schemas.openxmlformats.org/officeDocument/2006/relationships/slide" Target="/ppt/slides/slide12.xml" Id="R43cdd57c595f4a32" /><Relationship Type="http://schemas.openxmlformats.org/officeDocument/2006/relationships/slide" Target="/ppt/slides/slide13.xml" Id="Rd622503466ce47d5" /><Relationship Type="http://schemas.openxmlformats.org/officeDocument/2006/relationships/slide" Target="/ppt/slides/slide14.xml" Id="R186610c9779c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edca2ab38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ffa15ba19497f" /><Relationship Type="http://schemas.openxmlformats.org/officeDocument/2006/relationships/notesMaster" Target="/ppt/notesMasters/notesMaster1.xml" Id="Rb63fa2c9fb3b45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7363a0b324dc8" /><Relationship Type="http://schemas.openxmlformats.org/officeDocument/2006/relationships/notesMaster" Target="/ppt/notesMasters/notesMaster1.xml" Id="R8ec2948883e9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6fc7834bf4e5c" /><Relationship Type="http://schemas.openxmlformats.org/officeDocument/2006/relationships/notesMaster" Target="/ppt/notesMasters/notesMaster1.xml" Id="R1bc746daa3bb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02d8a5ce24090" /><Relationship Type="http://schemas.openxmlformats.org/officeDocument/2006/relationships/notesMaster" Target="/ppt/notesMasters/notesMaster1.xml" Id="Rb4a40dd2d60342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24323a86546f9" /><Relationship Type="http://schemas.openxmlformats.org/officeDocument/2006/relationships/notesMaster" Target="/ppt/notesMasters/notesMaster1.xml" Id="R5f6c2ed4e9fb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ab4c78d22e4384" /><Relationship Type="http://schemas.openxmlformats.org/officeDocument/2006/relationships/notesMaster" Target="/ppt/notesMasters/notesMaster1.xml" Id="Rc7262cfb13e843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1e7d5f1e24932" /><Relationship Type="http://schemas.openxmlformats.org/officeDocument/2006/relationships/notesMaster" Target="/ppt/notesMasters/notesMaster1.xml" Id="Rcb08c272821e4c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227b18ab364184" /><Relationship Type="http://schemas.openxmlformats.org/officeDocument/2006/relationships/notesMaster" Target="/ppt/notesMasters/notesMaster1.xml" Id="Re2b65db1781c47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77abaa89b45be" /><Relationship Type="http://schemas.openxmlformats.org/officeDocument/2006/relationships/notesMaster" Target="/ppt/notesMasters/notesMaster1.xml" Id="R36f3e527d6d844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303533f72141a2" /><Relationship Type="http://schemas.openxmlformats.org/officeDocument/2006/relationships/notesMaster" Target="/ppt/notesMasters/notesMaster1.xml" Id="R58d74f3e378847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546255f014d2e" /><Relationship Type="http://schemas.openxmlformats.org/officeDocument/2006/relationships/notesMaster" Target="/ppt/notesMasters/notesMaster1.xml" Id="Rf92a859c40f94d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ee390121b84db3" /><Relationship Type="http://schemas.openxmlformats.org/officeDocument/2006/relationships/notesMaster" Target="/ppt/notesMasters/notesMaster1.xml" Id="Rbc6aaa3c7f0f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0625fe12234c10" /><Relationship Type="http://schemas.openxmlformats.org/officeDocument/2006/relationships/notesMaster" Target="/ppt/notesMasters/notesMaster1.xml" Id="R607dbe66f977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db66cd8d754481" /><Relationship Type="http://schemas.openxmlformats.org/officeDocument/2006/relationships/notesMaster" Target="/ppt/notesMasters/notesMaster1.xml" Id="Rdc62b689d2a6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daca4efb143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611372a1149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6b156d07d41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224e295434d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684addf2a4d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3be30a809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52E8C-224D-4A1E-9967-C3FA2AA67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DB5165-C81F-4EA3-BF9F-9C80BBAE29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5F7A64-9BBC-491D-BA34-C5F23EF17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A65F0-2F6A-41CB-907E-8F39F052F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BBF30C-08DF-462F-9DB4-C2F390907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85EBA3-8726-43EE-987D-939321E3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06EA7F-664F-4CE8-AA65-172737A57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6CD7A7-DB61-4768-94DC-D3B45FB08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31419-4931-43E3-B34C-1E2B12F19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CC45B-D033-4E2A-95F5-4EA385AE3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f2810b2be54d7b" /><Relationship Type="http://schemas.openxmlformats.org/officeDocument/2006/relationships/slideLayout" Target="/ppt/slideLayouts/slideLayout1.xml" Id="R33d4d81425094d98" /><Relationship Type="http://schemas.openxmlformats.org/officeDocument/2006/relationships/slideLayout" Target="/ppt/slideLayouts/slideLayout2.xml" Id="Rb07edc2a6ddb4efb" /><Relationship Type="http://schemas.openxmlformats.org/officeDocument/2006/relationships/slideLayout" Target="/ppt/slideLayouts/slideLayout3.xml" Id="Ref5e6b73227e4819" /><Relationship Type="http://schemas.openxmlformats.org/officeDocument/2006/relationships/slideLayout" Target="/ppt/slideLayouts/slideLayout4.xml" Id="R6e82bf458e09490d" /><Relationship Type="http://schemas.openxmlformats.org/officeDocument/2006/relationships/slideLayout" Target="/ppt/slideLayouts/slideLayout5.xml" Id="R53752c19f2224141" /><Relationship Type="http://schemas.openxmlformats.org/officeDocument/2006/relationships/slideLayout" Target="/ppt/slideLayouts/slideLayout6.xml" Id="Re804b0e81cae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4d81425094d98"/>
    <p:sldLayoutId xmlns:r="http://schemas.openxmlformats.org/officeDocument/2006/relationships" id="2147483650" r:id="Rb07edc2a6ddb4efb"/>
    <p:sldLayoutId xmlns:r="http://schemas.openxmlformats.org/officeDocument/2006/relationships" id="2147483651" r:id="Ref5e6b73227e4819"/>
    <p:sldLayoutId xmlns:r="http://schemas.openxmlformats.org/officeDocument/2006/relationships" id="2147483652" r:id="R6e82bf458e09490d"/>
    <p:sldLayoutId xmlns:r="http://schemas.openxmlformats.org/officeDocument/2006/relationships" id="2147483653" r:id="R53752c19f2224141"/>
    <p:sldLayoutId xmlns:r="http://schemas.openxmlformats.org/officeDocument/2006/relationships" id="2147483654" r:id="Re804b0e81cae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b77fd73554c52" /><Relationship Type="http://schemas.openxmlformats.org/officeDocument/2006/relationships/notesSlide" Target="/ppt/notesSlides/notesSlide1.xml" Id="R3f7950bbb25d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604e6eacd4e24" /><Relationship Type="http://schemas.openxmlformats.org/officeDocument/2006/relationships/image" Target="/ppt/media/image.png" Id="R21c0891607974106" /><Relationship Type="http://schemas.openxmlformats.org/officeDocument/2006/relationships/notesSlide" Target="/ppt/notesSlides/notesSlide2.xml" Id="Rf54e70f254bb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2d6cfee6e4c99" /><Relationship Type="http://schemas.openxmlformats.org/officeDocument/2006/relationships/image" Target="/ppt/media/image2.png" Id="Rdee7347d466a48bc" /><Relationship Type="http://schemas.openxmlformats.org/officeDocument/2006/relationships/notesSlide" Target="/ppt/notesSlides/notesSlide3.xml" Id="R9173a3f4f689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c8ddbb52e46be" /><Relationship Type="http://schemas.openxmlformats.org/officeDocument/2006/relationships/image" Target="/ppt/media/image3.png" Id="R37923545601a4c3a" /><Relationship Type="http://schemas.openxmlformats.org/officeDocument/2006/relationships/notesSlide" Target="/ppt/notesSlides/notesSlide4.xml" Id="Rcdb9ab96c548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00aa37a374d8e" /><Relationship Type="http://schemas.openxmlformats.org/officeDocument/2006/relationships/image" Target="/ppt/media/image4.png" Id="Rd892a93e1300440c" /><Relationship Type="http://schemas.openxmlformats.org/officeDocument/2006/relationships/image" Target="/ppt/media/image5.png" Id="R8af38e07248f4aa5" /><Relationship Type="http://schemas.openxmlformats.org/officeDocument/2006/relationships/notesSlide" Target="/ppt/notesSlides/notesSlide5.xml" Id="R42b6bf5492b3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5499209c04f8d" /><Relationship Type="http://schemas.openxmlformats.org/officeDocument/2006/relationships/image" Target="/ppt/media/image6.png" Id="Ra702b68c65a648ac" /><Relationship Type="http://schemas.openxmlformats.org/officeDocument/2006/relationships/notesSlide" Target="/ppt/notesSlides/notesSlide6.xml" Id="R04f4a11de7c2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eeca147714521" /><Relationship Type="http://schemas.openxmlformats.org/officeDocument/2006/relationships/notesSlide" Target="/ppt/notesSlides/notesSlide7.xml" Id="R5535b32d3c9845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089dc38e94eb9" /><Relationship Type="http://schemas.openxmlformats.org/officeDocument/2006/relationships/notesSlide" Target="/ppt/notesSlides/notesSlide8.xml" Id="Rf1d3869fe0b140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62f8122ee4506" /><Relationship Type="http://schemas.openxmlformats.org/officeDocument/2006/relationships/image" Target="/ppt/media/image7.png" Id="R41c3c2f74a954402" /><Relationship Type="http://schemas.openxmlformats.org/officeDocument/2006/relationships/notesSlide" Target="/ppt/notesSlides/notesSlide9.xml" Id="R9476773d20e442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5c6253be9451a" /><Relationship Type="http://schemas.openxmlformats.org/officeDocument/2006/relationships/image" Target="/ppt/media/image8.png" Id="R0bdd530c16594721" /><Relationship Type="http://schemas.openxmlformats.org/officeDocument/2006/relationships/notesSlide" Target="/ppt/notesSlides/notesSlide10.xml" Id="Re4103f3c50b44e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c68e4cb164e18" /><Relationship Type="http://schemas.openxmlformats.org/officeDocument/2006/relationships/notesSlide" Target="/ppt/notesSlides/notesSlide11.xml" Id="R14345f482e6348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0b61780154de5" /><Relationship Type="http://schemas.openxmlformats.org/officeDocument/2006/relationships/notesSlide" Target="/ppt/notesSlides/notesSlide12.xml" Id="R87a7ee1d73b24f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882d33e9e4199" /><Relationship Type="http://schemas.openxmlformats.org/officeDocument/2006/relationships/notesSlide" Target="/ppt/notesSlides/notesSlide13.xml" Id="Rb6fe48ddb8cd4b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a6fc523384ab3" /><Relationship Type="http://schemas.openxmlformats.org/officeDocument/2006/relationships/notesSlide" Target="/ppt/notesSlides/notesSlide14.xml" Id="R55668227fc9b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9E4F5-556C-41CE-87D9-F5AEFA15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8FD8FF"/>
                </a:solidFill>
              </a:defRPr>
            </a:defPPr>
            <a:lvl1pPr algn="l">
              <a:buNone/>
              <a:defRPr sz="1350" b="1" i="0">
                <a:solidFill>
                  <a:srgbClr val="8FD8FF"/>
                </a:solidFill>
              </a:defRPr>
            </a:lvl1pPr>
            <a:lvl2pPr algn="l">
              <a:buNone/>
              <a:defRPr sz="1350" b="1" i="0">
                <a:solidFill>
                  <a:srgbClr val="8FD8FF"/>
                </a:solidFill>
              </a:defRPr>
            </a:lvl2pPr>
            <a:lvl3pPr algn="l">
              <a:buNone/>
              <a:defRPr sz="1350" b="1" i="0">
                <a:solidFill>
                  <a:srgbClr val="8FD8FF"/>
                </a:solidFill>
              </a:defRPr>
            </a:lvl3pPr>
            <a:lvl4pPr algn="l">
              <a:buNone/>
              <a:defRPr sz="1350" b="1" i="0">
                <a:solidFill>
                  <a:srgbClr val="8FD8FF"/>
                </a:solidFill>
              </a:defRPr>
            </a:lvl4pPr>
            <a:lvl5pPr algn="l">
              <a:buNone/>
              <a:defRPr sz="1350" b="1" i="0">
                <a:solidFill>
                  <a:srgbClr val="8FD8FF"/>
                </a:solidFill>
              </a:defRPr>
            </a:lvl5pPr>
            <a:lvl6pPr algn="l">
              <a:buNone/>
              <a:defRPr sz="1350" b="1" i="0">
                <a:solidFill>
                  <a:srgbClr val="8FD8FF"/>
                </a:solidFill>
              </a:defRPr>
            </a:lvl6pPr>
            <a:lvl7pPr algn="l">
              <a:buNone/>
              <a:defRPr sz="1350" b="1" i="0">
                <a:solidFill>
                  <a:srgbClr val="8FD8FF"/>
                </a:solidFill>
              </a:defRPr>
            </a:lvl7pPr>
            <a:lvl8pPr algn="l">
              <a:buNone/>
              <a:defRPr sz="1350" b="1" i="0">
                <a:solidFill>
                  <a:srgbClr val="8FD8FF"/>
                </a:solidFill>
              </a:defRPr>
            </a:lvl8pPr>
            <a:lvl9pPr algn="l">
              <a:buNone/>
              <a:defRPr sz="1350" b="1" i="0">
                <a:solidFill>
                  <a:srgbClr val="8FD8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8FD8FF"/>
                </a:solidFill>
              </a:defRPr>
            </a:pPr>
            <a:r>
              <a:rPr sz="1350" b="1" i="0">
                <a:solidFill>
                  <a:srgbClr val="8FD8FF"/>
                </a:solidFill>
              </a:rPr>
              <a:t>NEXATECH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5956A-6F65-4F6F-8ADB-5A78509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  <a:lvl1pPr algn="l">
              <a:buNone/>
              <a:defRPr sz="3600" b="1" i="0">
                <a:solidFill>
                  <a:srgbClr val="FFFFFF"/>
                </a:solidFill>
              </a:defRPr>
            </a:lvl1pPr>
            <a:lvl2pPr algn="l">
              <a:buNone/>
              <a:defRPr sz="3600" b="1" i="0">
                <a:solidFill>
                  <a:srgbClr val="FFFFFF"/>
                </a:solidFill>
              </a:defRPr>
            </a:lvl2pPr>
            <a:lvl3pPr algn="l">
              <a:buNone/>
              <a:defRPr sz="3600" b="1" i="0">
                <a:solidFill>
                  <a:srgbClr val="FFFFFF"/>
                </a:solidFill>
              </a:defRPr>
            </a:lvl3pPr>
            <a:lvl4pPr algn="l">
              <a:buNone/>
              <a:defRPr sz="3600" b="1" i="0">
                <a:solidFill>
                  <a:srgbClr val="FFFFFF"/>
                </a:solidFill>
              </a:defRPr>
            </a:lvl4pPr>
            <a:lvl5pPr algn="l">
              <a:buNone/>
              <a:defRPr sz="3600" b="1" i="0">
                <a:solidFill>
                  <a:srgbClr val="FFFFFF"/>
                </a:solidFill>
              </a:defRPr>
            </a:lvl5pPr>
            <a:lvl6pPr algn="l">
              <a:buNone/>
              <a:defRPr sz="3600" b="1" i="0">
                <a:solidFill>
                  <a:srgbClr val="FFFFFF"/>
                </a:solidFill>
              </a:defRPr>
            </a:lvl6pPr>
            <a:lvl7pPr algn="l">
              <a:buNone/>
              <a:defRPr sz="3600" b="1" i="0">
                <a:solidFill>
                  <a:srgbClr val="FFFFFF"/>
                </a:solidFill>
              </a:defRPr>
            </a:lvl7pPr>
            <a:lvl8pPr algn="l">
              <a:buNone/>
              <a:defRPr sz="3600" b="1" i="0">
                <a:solidFill>
                  <a:srgbClr val="FFFFFF"/>
                </a:solidFill>
              </a:defRPr>
            </a:lvl8pPr>
            <a:lvl9pPr algn="l">
              <a:buNone/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School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AF14-0BAC-455D-B44D-69A2999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 i="0">
                <a:solidFill>
                  <a:srgbClr val="D7E9F5"/>
                </a:solidFill>
              </a:defRPr>
            </a:defPPr>
            <a:lvl1pPr algn="l">
              <a:buNone/>
              <a:defRPr sz="2100" b="0" i="0">
                <a:solidFill>
                  <a:srgbClr val="D7E9F5"/>
                </a:solidFill>
              </a:defRPr>
            </a:lvl1pPr>
            <a:lvl2pPr algn="l">
              <a:buNone/>
              <a:defRPr sz="2100" b="0" i="0">
                <a:solidFill>
                  <a:srgbClr val="D7E9F5"/>
                </a:solidFill>
              </a:defRPr>
            </a:lvl2pPr>
            <a:lvl3pPr algn="l">
              <a:buNone/>
              <a:defRPr sz="2100" b="0" i="0">
                <a:solidFill>
                  <a:srgbClr val="D7E9F5"/>
                </a:solidFill>
              </a:defRPr>
            </a:lvl3pPr>
            <a:lvl4pPr algn="l">
              <a:buNone/>
              <a:defRPr sz="2100" b="0" i="0">
                <a:solidFill>
                  <a:srgbClr val="D7E9F5"/>
                </a:solidFill>
              </a:defRPr>
            </a:lvl4pPr>
            <a:lvl5pPr algn="l">
              <a:buNone/>
              <a:defRPr sz="2100" b="0" i="0">
                <a:solidFill>
                  <a:srgbClr val="D7E9F5"/>
                </a:solidFill>
              </a:defRPr>
            </a:lvl5pPr>
            <a:lvl6pPr algn="l">
              <a:buNone/>
              <a:defRPr sz="2100" b="0" i="0">
                <a:solidFill>
                  <a:srgbClr val="D7E9F5"/>
                </a:solidFill>
              </a:defRPr>
            </a:lvl6pPr>
            <a:lvl7pPr algn="l">
              <a:buNone/>
              <a:defRPr sz="2100" b="0" i="0">
                <a:solidFill>
                  <a:srgbClr val="D7E9F5"/>
                </a:solidFill>
              </a:defRPr>
            </a:lvl7pPr>
            <a:lvl8pPr algn="l">
              <a:buNone/>
              <a:defRPr sz="2100" b="0" i="0">
                <a:solidFill>
                  <a:srgbClr val="D7E9F5"/>
                </a:solidFill>
              </a:defRPr>
            </a:lvl8pPr>
            <a:lvl9pPr algn="l">
              <a:buNone/>
              <a:defRPr sz="2100" b="0" i="0">
                <a:solidFill>
                  <a:srgbClr val="D7E9F5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0" i="0">
                <a:solidFill>
                  <a:srgbClr val="D7E9F5"/>
                </a:solidFill>
              </a:defRPr>
            </a:pPr>
            <a:r>
              <a:rPr sz="2100" b="0" i="0">
                <a:solidFill>
                  <a:srgbClr val="D7E9F5"/>
                </a:solidFill>
              </a:rPr>
              <a:t>School onboarding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7BFB-19EE-4765-B87C-693BE41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B9D0E0"/>
                </a:solidFill>
              </a:defRPr>
            </a:defPPr>
            <a:lvl1pPr algn="l">
              <a:buNone/>
              <a:defRPr sz="1575" b="0" i="0">
                <a:solidFill>
                  <a:srgbClr val="B9D0E0"/>
                </a:solidFill>
              </a:defRPr>
            </a:lvl1pPr>
            <a:lvl2pPr algn="l">
              <a:buNone/>
              <a:defRPr sz="1575" b="0" i="0">
                <a:solidFill>
                  <a:srgbClr val="B9D0E0"/>
                </a:solidFill>
              </a:defRPr>
            </a:lvl2pPr>
            <a:lvl3pPr algn="l">
              <a:buNone/>
              <a:defRPr sz="1575" b="0" i="0">
                <a:solidFill>
                  <a:srgbClr val="B9D0E0"/>
                </a:solidFill>
              </a:defRPr>
            </a:lvl3pPr>
            <a:lvl4pPr algn="l">
              <a:buNone/>
              <a:defRPr sz="1575" b="0" i="0">
                <a:solidFill>
                  <a:srgbClr val="B9D0E0"/>
                </a:solidFill>
              </a:defRPr>
            </a:lvl4pPr>
            <a:lvl5pPr algn="l">
              <a:buNone/>
              <a:defRPr sz="1575" b="0" i="0">
                <a:solidFill>
                  <a:srgbClr val="B9D0E0"/>
                </a:solidFill>
              </a:defRPr>
            </a:lvl5pPr>
            <a:lvl6pPr algn="l">
              <a:buNone/>
              <a:defRPr sz="1575" b="0" i="0">
                <a:solidFill>
                  <a:srgbClr val="B9D0E0"/>
                </a:solidFill>
              </a:defRPr>
            </a:lvl6pPr>
            <a:lvl7pPr algn="l">
              <a:buNone/>
              <a:defRPr sz="1575" b="0" i="0">
                <a:solidFill>
                  <a:srgbClr val="B9D0E0"/>
                </a:solidFill>
              </a:defRPr>
            </a:lvl7pPr>
            <a:lvl8pPr algn="l">
              <a:buNone/>
              <a:defRPr sz="1575" b="0" i="0">
                <a:solidFill>
                  <a:srgbClr val="B9D0E0"/>
                </a:solidFill>
              </a:defRPr>
            </a:lvl8pPr>
            <a:lvl9pPr algn="l">
              <a:buNone/>
              <a:defRPr sz="1575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B9D0E0"/>
                </a:solidFill>
              </a:defRPr>
            </a:pPr>
            <a:r>
              <a:rPr sz="1575" b="0" i="0">
                <a:solidFill>
                  <a:srgbClr val="B9D0E0"/>
                </a:solidFill>
              </a:rPr>
              <a:t>A 30 day pilot focused on student records, marks, results, attendance, and controlled school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E8FB7-6D55-49C3-889D-45DB4DB5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8FB0C6"/>
                </a:solidFill>
              </a:defRPr>
            </a:defPPr>
            <a:lvl1pPr algn="l">
              <a:buNone/>
              <a:defRPr sz="1050" b="0" i="0">
                <a:solidFill>
                  <a:srgbClr val="8FB0C6"/>
                </a:solidFill>
              </a:defRPr>
            </a:lvl1pPr>
            <a:lvl2pPr algn="l">
              <a:buNone/>
              <a:defRPr sz="1050" b="0" i="0">
                <a:solidFill>
                  <a:srgbClr val="8FB0C6"/>
                </a:solidFill>
              </a:defRPr>
            </a:lvl2pPr>
            <a:lvl3pPr algn="l">
              <a:buNone/>
              <a:defRPr sz="1050" b="0" i="0">
                <a:solidFill>
                  <a:srgbClr val="8FB0C6"/>
                </a:solidFill>
              </a:defRPr>
            </a:lvl3pPr>
            <a:lvl4pPr algn="l">
              <a:buNone/>
              <a:defRPr sz="1050" b="0" i="0">
                <a:solidFill>
                  <a:srgbClr val="8FB0C6"/>
                </a:solidFill>
              </a:defRPr>
            </a:lvl4pPr>
            <a:lvl5pPr algn="l">
              <a:buNone/>
              <a:defRPr sz="1050" b="0" i="0">
                <a:solidFill>
                  <a:srgbClr val="8FB0C6"/>
                </a:solidFill>
              </a:defRPr>
            </a:lvl5pPr>
            <a:lvl6pPr algn="l">
              <a:buNone/>
              <a:defRPr sz="1050" b="0" i="0">
                <a:solidFill>
                  <a:srgbClr val="8FB0C6"/>
                </a:solidFill>
              </a:defRPr>
            </a:lvl6pPr>
            <a:lvl7pPr algn="l">
              <a:buNone/>
              <a:defRPr sz="1050" b="0" i="0">
                <a:solidFill>
                  <a:srgbClr val="8FB0C6"/>
                </a:solidFill>
              </a:defRPr>
            </a:lvl7pPr>
            <a:lvl8pPr algn="l">
              <a:buNone/>
              <a:defRPr sz="1050" b="0" i="0">
                <a:solidFill>
                  <a:srgbClr val="8FB0C6"/>
                </a:solidFill>
              </a:defRPr>
            </a:lvl8pPr>
            <a:lvl9pPr algn="l">
              <a:buNone/>
              <a:defRPr sz="105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8FB0C6"/>
                </a:solidFill>
              </a:defRPr>
            </a:pPr>
            <a:r>
              <a:rPr sz="1050" b="0" i="0">
                <a:solidFill>
                  <a:srgbClr val="8FB0C6"/>
                </a:solidFill>
              </a:rPr>
              <a:t>Prepared 21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3130-65C8-44D9-B78F-931A13F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B5"/>
          </a:solidFill>
          <a:ln xmlns:a="http://schemas.openxmlformats.org/drawingml/2006/main" w="0">
            <a:solidFill>
              <a:srgbClr val="2E89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A7301-68D0-44EA-AF65-699A0C3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59A"/>
          </a:solidFill>
          <a:ln xmlns:a="http://schemas.openxmlformats.org/drawingml/2006/main" w="0">
            <a:solidFill>
              <a:srgbClr val="4AB59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052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33E4B-4F86-42C7-A5B3-59EFBAE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What the system is about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911A-1E51-46A3-B001-0E22E74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One connected workspace for routine school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AD5F-E091-4FA0-B88B-82D58FF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7BCD-C320-4929-90C7-5E1B750E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13FA-3B4B-4B54-A065-414072A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3202C"/>
                </a:solidFill>
              </a:defRPr>
            </a:defPPr>
            <a:lvl1pPr algn="l">
              <a:buNone/>
              <a:defRPr sz="1875" b="1" i="0">
                <a:solidFill>
                  <a:srgbClr val="13202C"/>
                </a:solidFill>
              </a:defRPr>
            </a:lvl1pPr>
            <a:lvl2pPr algn="l">
              <a:buNone/>
              <a:defRPr sz="1875" b="1" i="0">
                <a:solidFill>
                  <a:srgbClr val="13202C"/>
                </a:solidFill>
              </a:defRPr>
            </a:lvl2pPr>
            <a:lvl3pPr algn="l">
              <a:buNone/>
              <a:defRPr sz="1875" b="1" i="0">
                <a:solidFill>
                  <a:srgbClr val="13202C"/>
                </a:solidFill>
              </a:defRPr>
            </a:lvl3pPr>
            <a:lvl4pPr algn="l">
              <a:buNone/>
              <a:defRPr sz="1875" b="1" i="0">
                <a:solidFill>
                  <a:srgbClr val="13202C"/>
                </a:solidFill>
              </a:defRPr>
            </a:lvl4pPr>
            <a:lvl5pPr algn="l">
              <a:buNone/>
              <a:defRPr sz="1875" b="1" i="0">
                <a:solidFill>
                  <a:srgbClr val="13202C"/>
                </a:solidFill>
              </a:defRPr>
            </a:lvl5pPr>
            <a:lvl6pPr algn="l">
              <a:buNone/>
              <a:defRPr sz="1875" b="1" i="0">
                <a:solidFill>
                  <a:srgbClr val="13202C"/>
                </a:solidFill>
              </a:defRPr>
            </a:lvl6pPr>
            <a:lvl7pPr algn="l">
              <a:buNone/>
              <a:defRPr sz="1875" b="1" i="0">
                <a:solidFill>
                  <a:srgbClr val="13202C"/>
                </a:solidFill>
              </a:defRPr>
            </a:lvl7pPr>
            <a:lvl8pPr algn="l">
              <a:buNone/>
              <a:defRPr sz="1875" b="1" i="0">
                <a:solidFill>
                  <a:srgbClr val="13202C"/>
                </a:solidFill>
              </a:defRPr>
            </a:lvl8pPr>
            <a:lvl9pPr algn="l">
              <a:buNone/>
              <a:defRPr sz="1875" b="1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13202C"/>
                </a:solidFill>
              </a:defRPr>
            </a:pPr>
            <a:r>
              <a:rPr sz="1875" b="1" i="0">
                <a:solidFill>
                  <a:srgbClr val="13202C"/>
                </a:solidFill>
              </a:rPr>
              <a:t>Nexatech helps a school capture information once, keep it under controlled access, and retrieve it when staff or families need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0CDDD-2692-43D4-A214-DEC65A5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Faster daily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24CD-6154-4B15-B74F-9E708F7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Registers, marks, results, invoices, and school records stay in one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BF5A5-245E-4A66-A121-3B795648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Clear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9740-709B-4976-BC1D-62FC745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Role based access separates administration, teaching, finance, and parent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0480-AF1B-4135-BA8C-51A8DA4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Reliable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7B242-E838-4406-BA70-2CEBB2C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Validation, audit history, backups, and managed hosting protect the school record.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6FC96-5669-4485-AEB9-2E3A70DDD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0891607974106"/>
          <a:stretch xmlns:a="http://schemas.openxmlformats.org/drawingml/2006/main"/>
        </p:blipFill>
        <p:spPr>
          <a:xfrm xmlns:a="http://schemas.openxmlformats.org/drawingml/2006/main">
            <a:off x="5905500" y="1644253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52745-4A18-4623-9F65-15555EE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Synthetic Greenwood Academy demonstration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34ADC-8600-4794-BF4A-95F8B6F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8633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7B440-33B4-4E13-92A6-392559C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Operational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FD0D1-CFEF-40D0-93BE-B075FBD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school can begin with academics and extend into the wider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4FCF-CAB6-4124-8749-92AE68C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79E06-B190-4338-B6AF-5177D23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6F481-18D5-435A-8C95-4FEE3F950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7347d466a48bc"/>
          <a:stretch xmlns:a="http://schemas.openxmlformats.org/drawingml/2006/main"/>
        </p:blipFill>
        <p:spPr>
          <a:xfrm xmlns:a="http://schemas.openxmlformats.org/drawingml/2006/main">
            <a:off x="657225" y="1600200"/>
            <a:ext cx="61722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0B91-8BAA-408E-A04D-E52B3458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Student administration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ABA41-AEA1-48FA-B242-E2F561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Searchable learner records, class placement, guardians, and account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FD874-4E74-4885-948E-E269E4FF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Academic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E7ACD-EE7B-40B6-9669-54A6886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Assessments, grading, marks entry, rankings, report cards, and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4932-2C15-45DD-BF0A-7D5248DB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School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6D221-C51E-47C3-B784-99277544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Attendance, finance, timetables, communications, behaviour, and parent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1E57-D613-449D-9092-FCAD7DB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Controlled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4F8B-BD70-40FE-AA40-7CD71AD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Each user sees the records and actions assigned to their 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01AFC-4D74-4B46-ACFD-B834898C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4577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5B26C-5C2D-4FB1-920B-BFC8A60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Fast Marks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89F7F-B1C9-4FD5-8403-3B90B5C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first flagship workflow for the school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7FEC-7E91-4179-A74E-085C6FB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8D64-4845-4761-80F6-C1355B7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FB5AD-A882-43DC-9C5D-AD911F4E9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23545601a4c3a"/>
          <a:stretch xmlns:a="http://schemas.openxmlformats.org/drawingml/2006/main"/>
        </p:blipFill>
        <p:spPr>
          <a:xfrm xmlns:a="http://schemas.openxmlformats.org/drawingml/2006/main">
            <a:off x="647700" y="157162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5588E-08CA-4C84-8BD8-63369DE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F315D"/>
                </a:solidFill>
              </a:defRPr>
            </a:defPPr>
            <a:lvl1pPr algn="l">
              <a:buNone/>
              <a:defRPr sz="1650" b="1" i="0">
                <a:solidFill>
                  <a:srgbClr val="0F315D"/>
                </a:solidFill>
              </a:defRPr>
            </a:lvl1pPr>
            <a:lvl2pPr algn="l">
              <a:buNone/>
              <a:defRPr sz="1650" b="1" i="0">
                <a:solidFill>
                  <a:srgbClr val="0F315D"/>
                </a:solidFill>
              </a:defRPr>
            </a:lvl2pPr>
            <a:lvl3pPr algn="l">
              <a:buNone/>
              <a:defRPr sz="1650" b="1" i="0">
                <a:solidFill>
                  <a:srgbClr val="0F315D"/>
                </a:solidFill>
              </a:defRPr>
            </a:lvl3pPr>
            <a:lvl4pPr algn="l">
              <a:buNone/>
              <a:defRPr sz="1650" b="1" i="0">
                <a:solidFill>
                  <a:srgbClr val="0F315D"/>
                </a:solidFill>
              </a:defRPr>
            </a:lvl4pPr>
            <a:lvl5pPr algn="l">
              <a:buNone/>
              <a:defRPr sz="1650" b="1" i="0">
                <a:solidFill>
                  <a:srgbClr val="0F315D"/>
                </a:solidFill>
              </a:defRPr>
            </a:lvl5pPr>
            <a:lvl6pPr algn="l">
              <a:buNone/>
              <a:defRPr sz="1650" b="1" i="0">
                <a:solidFill>
                  <a:srgbClr val="0F315D"/>
                </a:solidFill>
              </a:defRPr>
            </a:lvl6pPr>
            <a:lvl7pPr algn="l">
              <a:buNone/>
              <a:defRPr sz="1650" b="1" i="0">
                <a:solidFill>
                  <a:srgbClr val="0F315D"/>
                </a:solidFill>
              </a:defRPr>
            </a:lvl7pPr>
            <a:lvl8pPr algn="l">
              <a:buNone/>
              <a:defRPr sz="1650" b="1" i="0">
                <a:solidFill>
                  <a:srgbClr val="0F315D"/>
                </a:solidFill>
              </a:defRPr>
            </a:lvl8pPr>
            <a:lvl9pPr algn="l">
              <a:buNone/>
              <a:defRPr sz="16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0F315D"/>
                </a:solidFill>
              </a:defRPr>
            </a:pPr>
            <a:r>
              <a:rPr sz="1650" b="1" i="0">
                <a:solidFill>
                  <a:srgbClr val="0F315D"/>
                </a:solidFill>
              </a:rPr>
              <a:t>Teacher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C4C0-FC22-48D0-95A9-FBA6BBB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1  Select the class, subject, term, and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141A-6A43-4E49-B1F1-3783E6A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2  Load the correct class roster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7FF5-D263-484D-AD81-0E0443D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3  Enter or update marks in one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8A4D1-4651-423E-B478-A30E176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4  Save the set and retrieve results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6729C-7585-49E3-93A4-830640E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B8A72"/>
                </a:solidFill>
              </a:defRPr>
            </a:defPPr>
            <a:lvl1pPr algn="l">
              <a:buNone/>
              <a:defRPr sz="1200" b="1" i="0">
                <a:solidFill>
                  <a:srgbClr val="1B8A72"/>
                </a:solidFill>
              </a:defRPr>
            </a:lvl1pPr>
            <a:lvl2pPr algn="l">
              <a:buNone/>
              <a:defRPr sz="1200" b="1" i="0">
                <a:solidFill>
                  <a:srgbClr val="1B8A72"/>
                </a:solidFill>
              </a:defRPr>
            </a:lvl2pPr>
            <a:lvl3pPr algn="l">
              <a:buNone/>
              <a:defRPr sz="1200" b="1" i="0">
                <a:solidFill>
                  <a:srgbClr val="1B8A72"/>
                </a:solidFill>
              </a:defRPr>
            </a:lvl3pPr>
            <a:lvl4pPr algn="l">
              <a:buNone/>
              <a:defRPr sz="1200" b="1" i="0">
                <a:solidFill>
                  <a:srgbClr val="1B8A72"/>
                </a:solidFill>
              </a:defRPr>
            </a:lvl4pPr>
            <a:lvl5pPr algn="l">
              <a:buNone/>
              <a:defRPr sz="1200" b="1" i="0">
                <a:solidFill>
                  <a:srgbClr val="1B8A72"/>
                </a:solidFill>
              </a:defRPr>
            </a:lvl5pPr>
            <a:lvl6pPr algn="l">
              <a:buNone/>
              <a:defRPr sz="1200" b="1" i="0">
                <a:solidFill>
                  <a:srgbClr val="1B8A72"/>
                </a:solidFill>
              </a:defRPr>
            </a:lvl6pPr>
            <a:lvl7pPr algn="l">
              <a:buNone/>
              <a:defRPr sz="1200" b="1" i="0">
                <a:solidFill>
                  <a:srgbClr val="1B8A72"/>
                </a:solidFill>
              </a:defRPr>
            </a:lvl7pPr>
            <a:lvl8pPr algn="l">
              <a:buNone/>
              <a:defRPr sz="1200" b="1" i="0">
                <a:solidFill>
                  <a:srgbClr val="1B8A72"/>
                </a:solidFill>
              </a:defRPr>
            </a:lvl8pPr>
            <a:lvl9pPr algn="l">
              <a:buNone/>
              <a:defRPr sz="1200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B8A72"/>
                </a:solidFill>
              </a:defRPr>
            </a:pPr>
            <a:r>
              <a:rPr sz="1200" b="1" i="0">
                <a:solidFill>
                  <a:srgbClr val="1B8A72"/>
                </a:solidFill>
              </a:rPr>
              <a:t>Pilot 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3DAAB-C87A-4465-A31A-6F1DB769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 teacher should complete a 40 learner assessment in under five minutes.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BE9C-0B3E-4761-8840-2AE1BB1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1020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5496B-9FBB-43B5-A06A-EB467DB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Results and attendance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6C948-8616-49CC-A19A-EB776B0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stored record becomes immediately useful to staff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E9180-3A0D-4452-AC88-1237E9F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BEEB1-8542-4E18-8D6A-A4E5E81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4A1E-901E-4084-99A0-08192D75F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2a93e1300440c"/>
          <a:stretch xmlns:a="http://schemas.openxmlformats.org/drawingml/2006/main"/>
        </p:blipFill>
        <p:spPr>
          <a:xfrm xmlns:a="http://schemas.openxmlformats.org/drawingml/2006/main">
            <a:off x="647700" y="1562695"/>
            <a:ext cx="5286375" cy="330398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1A999-CABD-48A0-8A27-51DDFEB37E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8e07248f4aa5"/>
          <a:stretch xmlns:a="http://schemas.openxmlformats.org/drawingml/2006/main"/>
        </p:blipFill>
        <p:spPr>
          <a:xfrm xmlns:a="http://schemas.openxmlformats.org/drawingml/2006/main">
            <a:off x="6257925" y="1562695"/>
            <a:ext cx="5286375" cy="33039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9D06C-46F0-4F85-9C7B-BCCD174C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buNone/>
              <a:defRPr sz="1500" b="1" i="0">
                <a:solidFill>
                  <a:srgbClr val="0F315D"/>
                </a:solidFill>
              </a:defRPr>
            </a:lvl1pPr>
            <a:lvl2pPr algn="l">
              <a:buNone/>
              <a:defRPr sz="1500" b="1" i="0">
                <a:solidFill>
                  <a:srgbClr val="0F315D"/>
                </a:solidFill>
              </a:defRPr>
            </a:lvl2pPr>
            <a:lvl3pPr algn="l">
              <a:buNone/>
              <a:defRPr sz="1500" b="1" i="0">
                <a:solidFill>
                  <a:srgbClr val="0F315D"/>
                </a:solidFill>
              </a:defRPr>
            </a:lvl3pPr>
            <a:lvl4pPr algn="l">
              <a:buNone/>
              <a:defRPr sz="1500" b="1" i="0">
                <a:solidFill>
                  <a:srgbClr val="0F315D"/>
                </a:solidFill>
              </a:defRPr>
            </a:lvl4pPr>
            <a:lvl5pPr algn="l">
              <a:buNone/>
              <a:defRPr sz="1500" b="1" i="0">
                <a:solidFill>
                  <a:srgbClr val="0F315D"/>
                </a:solidFill>
              </a:defRPr>
            </a:lvl5pPr>
            <a:lvl6pPr algn="l">
              <a:buNone/>
              <a:defRPr sz="1500" b="1" i="0">
                <a:solidFill>
                  <a:srgbClr val="0F315D"/>
                </a:solidFill>
              </a:defRPr>
            </a:lvl6pPr>
            <a:lvl7pPr algn="l">
              <a:buNone/>
              <a:defRPr sz="1500" b="1" i="0">
                <a:solidFill>
                  <a:srgbClr val="0F315D"/>
                </a:solidFill>
              </a:defRPr>
            </a:lvl7pPr>
            <a:lvl8pPr algn="l">
              <a:buNone/>
              <a:defRPr sz="1500" b="1" i="0">
                <a:solidFill>
                  <a:srgbClr val="0F315D"/>
                </a:solidFill>
              </a:defRPr>
            </a:lvl8pPr>
            <a:lvl9pPr algn="l">
              <a:buNone/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Class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B6A94-5EBC-411A-8DFE-FAAE1D3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Authorized staff can retrieve rankings and averages by class, term, and year.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06A4-BF5A-4A73-A232-7803B5C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6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buNone/>
              <a:defRPr sz="1500" b="1" i="0">
                <a:solidFill>
                  <a:srgbClr val="0F315D"/>
                </a:solidFill>
              </a:defRPr>
            </a:lvl1pPr>
            <a:lvl2pPr algn="l">
              <a:buNone/>
              <a:defRPr sz="1500" b="1" i="0">
                <a:solidFill>
                  <a:srgbClr val="0F315D"/>
                </a:solidFill>
              </a:defRPr>
            </a:lvl2pPr>
            <a:lvl3pPr algn="l">
              <a:buNone/>
              <a:defRPr sz="1500" b="1" i="0">
                <a:solidFill>
                  <a:srgbClr val="0F315D"/>
                </a:solidFill>
              </a:defRPr>
            </a:lvl3pPr>
            <a:lvl4pPr algn="l">
              <a:buNone/>
              <a:defRPr sz="1500" b="1" i="0">
                <a:solidFill>
                  <a:srgbClr val="0F315D"/>
                </a:solidFill>
              </a:defRPr>
            </a:lvl4pPr>
            <a:lvl5pPr algn="l">
              <a:buNone/>
              <a:defRPr sz="1500" b="1" i="0">
                <a:solidFill>
                  <a:srgbClr val="0F315D"/>
                </a:solidFill>
              </a:defRPr>
            </a:lvl5pPr>
            <a:lvl6pPr algn="l">
              <a:buNone/>
              <a:defRPr sz="1500" b="1" i="0">
                <a:solidFill>
                  <a:srgbClr val="0F315D"/>
                </a:solidFill>
              </a:defRPr>
            </a:lvl6pPr>
            <a:lvl7pPr algn="l">
              <a:buNone/>
              <a:defRPr sz="1500" b="1" i="0">
                <a:solidFill>
                  <a:srgbClr val="0F315D"/>
                </a:solidFill>
              </a:defRPr>
            </a:lvl7pPr>
            <a:lvl8pPr algn="l">
              <a:buNone/>
              <a:defRPr sz="1500" b="1" i="0">
                <a:solidFill>
                  <a:srgbClr val="0F315D"/>
                </a:solidFill>
              </a:defRPr>
            </a:lvl8pPr>
            <a:lvl9pPr algn="l">
              <a:buNone/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Attendance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65C9B-21BC-4BEE-BF87-A3558C28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Teachers can open the correct roster and record status with optional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1908-E933-4A43-ACF4-C853B44D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8387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0FD86-0121-4FBA-85DD-FE5A820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Report cards and school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1A98B-90BE-43D1-AF79-9FE0A9C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One view combines academic outcomes with the wider learner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0C02C-C617-4C98-BB06-DD557E9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D1D51-0887-4314-B380-ABDC55B8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B756A-1DAE-4F10-942C-BF16FED9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55E5E-EBEB-4C1B-B57D-949BE6F9D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2b68c65a648ac"/>
          <a:stretch xmlns:a="http://schemas.openxmlformats.org/drawingml/2006/main"/>
        </p:blipFill>
        <p:spPr>
          <a:xfrm xmlns:a="http://schemas.openxmlformats.org/drawingml/2006/main">
            <a:off x="647700" y="156210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79314-0798-4C4C-B4B0-B139B1A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315D"/>
                </a:solidFill>
              </a:defRPr>
            </a:defPPr>
            <a:lvl1pPr>
              <a:buNone/>
              <a:defRPr sz="1650" b="1">
                <a:solidFill>
                  <a:srgbClr val="0F315D"/>
                </a:solidFill>
              </a:defRPr>
            </a:lvl1pPr>
            <a:lvl2pPr>
              <a:buNone/>
              <a:defRPr sz="1650" b="1">
                <a:solidFill>
                  <a:srgbClr val="0F315D"/>
                </a:solidFill>
              </a:defRPr>
            </a:lvl2pPr>
            <a:lvl3pPr>
              <a:buNone/>
              <a:defRPr sz="1650" b="1">
                <a:solidFill>
                  <a:srgbClr val="0F315D"/>
                </a:solidFill>
              </a:defRPr>
            </a:lvl3pPr>
            <a:lvl4pPr>
              <a:buNone/>
              <a:defRPr sz="1650" b="1">
                <a:solidFill>
                  <a:srgbClr val="0F315D"/>
                </a:solidFill>
              </a:defRPr>
            </a:lvl4pPr>
            <a:lvl5pPr>
              <a:buNone/>
              <a:defRPr sz="1650" b="1">
                <a:solidFill>
                  <a:srgbClr val="0F315D"/>
                </a:solidFill>
              </a:defRPr>
            </a:lvl5pPr>
            <a:lvl6pPr>
              <a:buNone/>
              <a:defRPr sz="1650" b="1">
                <a:solidFill>
                  <a:srgbClr val="0F315D"/>
                </a:solidFill>
              </a:defRPr>
            </a:lvl6pPr>
            <a:lvl7pPr>
              <a:buNone/>
              <a:defRPr sz="1650" b="1">
                <a:solidFill>
                  <a:srgbClr val="0F315D"/>
                </a:solidFill>
              </a:defRPr>
            </a:lvl7pPr>
            <a:lvl8pPr>
              <a:buNone/>
              <a:defRPr sz="1650" b="1">
                <a:solidFill>
                  <a:srgbClr val="0F315D"/>
                </a:solidFill>
              </a:defRPr>
            </a:lvl8pPr>
            <a:lvl9pPr>
              <a:buNone/>
              <a:defRPr sz="16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F315D"/>
                </a:solidFill>
              </a:defRPr>
            </a:pPr>
            <a:r>
              <a:rPr sz="1650" b="1">
                <a:solidFill>
                  <a:srgbClr val="0F315D"/>
                </a:solidFill>
              </a:rPr>
              <a:t>A useful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D9205-E024-41AC-BF29-7D34CE1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buNone/>
              <a:defRPr sz="1275" b="1">
                <a:solidFill>
                  <a:srgbClr val="1B8A72"/>
                </a:solidFill>
              </a:defRPr>
            </a:lvl1pPr>
            <a:lvl2pPr>
              <a:buNone/>
              <a:defRPr sz="1275" b="1">
                <a:solidFill>
                  <a:srgbClr val="1B8A72"/>
                </a:solidFill>
              </a:defRPr>
            </a:lvl2pPr>
            <a:lvl3pPr>
              <a:buNone/>
              <a:defRPr sz="1275" b="1">
                <a:solidFill>
                  <a:srgbClr val="1B8A72"/>
                </a:solidFill>
              </a:defRPr>
            </a:lvl3pPr>
            <a:lvl4pPr>
              <a:buNone/>
              <a:defRPr sz="1275" b="1">
                <a:solidFill>
                  <a:srgbClr val="1B8A72"/>
                </a:solidFill>
              </a:defRPr>
            </a:lvl4pPr>
            <a:lvl5pPr>
              <a:buNone/>
              <a:defRPr sz="1275" b="1">
                <a:solidFill>
                  <a:srgbClr val="1B8A72"/>
                </a:solidFill>
              </a:defRPr>
            </a:lvl5pPr>
            <a:lvl6pPr>
              <a:buNone/>
              <a:defRPr sz="1275" b="1">
                <a:solidFill>
                  <a:srgbClr val="1B8A72"/>
                </a:solidFill>
              </a:defRPr>
            </a:lvl6pPr>
            <a:lvl7pPr>
              <a:buNone/>
              <a:defRPr sz="1275" b="1">
                <a:solidFill>
                  <a:srgbClr val="1B8A72"/>
                </a:solidFill>
              </a:defRPr>
            </a:lvl7pPr>
            <a:lvl8pPr>
              <a:buNone/>
              <a:defRPr sz="1275" b="1">
                <a:solidFill>
                  <a:srgbClr val="1B8A72"/>
                </a:solidFill>
              </a:defRPr>
            </a:lvl8pPr>
            <a:lvl9pPr>
              <a:buNone/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Academic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1297B-649F-46C4-B0E4-A499530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Subject percentages, grades, remarks, positions, and overall average.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0C460-0E5C-40AF-B7E9-388134D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buNone/>
              <a:defRPr sz="1275" b="1">
                <a:solidFill>
                  <a:srgbClr val="1B8A72"/>
                </a:solidFill>
              </a:defRPr>
            </a:lvl1pPr>
            <a:lvl2pPr>
              <a:buNone/>
              <a:defRPr sz="1275" b="1">
                <a:solidFill>
                  <a:srgbClr val="1B8A72"/>
                </a:solidFill>
              </a:defRPr>
            </a:lvl2pPr>
            <a:lvl3pPr>
              <a:buNone/>
              <a:defRPr sz="1275" b="1">
                <a:solidFill>
                  <a:srgbClr val="1B8A72"/>
                </a:solidFill>
              </a:defRPr>
            </a:lvl3pPr>
            <a:lvl4pPr>
              <a:buNone/>
              <a:defRPr sz="1275" b="1">
                <a:solidFill>
                  <a:srgbClr val="1B8A72"/>
                </a:solidFill>
              </a:defRPr>
            </a:lvl4pPr>
            <a:lvl5pPr>
              <a:buNone/>
              <a:defRPr sz="1275" b="1">
                <a:solidFill>
                  <a:srgbClr val="1B8A72"/>
                </a:solidFill>
              </a:defRPr>
            </a:lvl5pPr>
            <a:lvl6pPr>
              <a:buNone/>
              <a:defRPr sz="1275" b="1">
                <a:solidFill>
                  <a:srgbClr val="1B8A72"/>
                </a:solidFill>
              </a:defRPr>
            </a:lvl6pPr>
            <a:lvl7pPr>
              <a:buNone/>
              <a:defRPr sz="1275" b="1">
                <a:solidFill>
                  <a:srgbClr val="1B8A72"/>
                </a:solidFill>
              </a:defRPr>
            </a:lvl7pPr>
            <a:lvl8pPr>
              <a:buNone/>
              <a:defRPr sz="1275" b="1">
                <a:solidFill>
                  <a:srgbClr val="1B8A72"/>
                </a:solidFill>
              </a:defRPr>
            </a:lvl8pPr>
            <a:lvl9pPr>
              <a:buNone/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Whole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FB345-2B5F-45FC-B4C5-CA1805E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Attendance, behaviour standing, and fee status appear beside the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EF465-26DA-4AA6-8905-3519106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buNone/>
              <a:defRPr sz="1275" b="1">
                <a:solidFill>
                  <a:srgbClr val="1B8A72"/>
                </a:solidFill>
              </a:defRPr>
            </a:lvl1pPr>
            <a:lvl2pPr>
              <a:buNone/>
              <a:defRPr sz="1275" b="1">
                <a:solidFill>
                  <a:srgbClr val="1B8A72"/>
                </a:solidFill>
              </a:defRPr>
            </a:lvl2pPr>
            <a:lvl3pPr>
              <a:buNone/>
              <a:defRPr sz="1275" b="1">
                <a:solidFill>
                  <a:srgbClr val="1B8A72"/>
                </a:solidFill>
              </a:defRPr>
            </a:lvl3pPr>
            <a:lvl4pPr>
              <a:buNone/>
              <a:defRPr sz="1275" b="1">
                <a:solidFill>
                  <a:srgbClr val="1B8A72"/>
                </a:solidFill>
              </a:defRPr>
            </a:lvl4pPr>
            <a:lvl5pPr>
              <a:buNone/>
              <a:defRPr sz="1275" b="1">
                <a:solidFill>
                  <a:srgbClr val="1B8A72"/>
                </a:solidFill>
              </a:defRPr>
            </a:lvl5pPr>
            <a:lvl6pPr>
              <a:buNone/>
              <a:defRPr sz="1275" b="1">
                <a:solidFill>
                  <a:srgbClr val="1B8A72"/>
                </a:solidFill>
              </a:defRPr>
            </a:lvl6pPr>
            <a:lvl7pPr>
              <a:buNone/>
              <a:defRPr sz="1275" b="1">
                <a:solidFill>
                  <a:srgbClr val="1B8A72"/>
                </a:solidFill>
              </a:defRPr>
            </a:lvl7pPr>
            <a:lvl8pPr>
              <a:buNone/>
              <a:defRPr sz="1275" b="1">
                <a:solidFill>
                  <a:srgbClr val="1B8A72"/>
                </a:solidFill>
              </a:defRPr>
            </a:lvl8pPr>
            <a:lvl9pPr>
              <a:buNone/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8E02F-C307-4507-9BE2-7F8C8BB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Authorized staff preview the report and download a PDF for approved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3FBD9-E9AB-4E15-8B1E-4289245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57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D6873"/>
                </a:solidFill>
              </a:defRPr>
            </a:defPPr>
            <a:lvl1pPr>
              <a:buNone/>
              <a:defRPr sz="975">
                <a:solidFill>
                  <a:srgbClr val="5D6873"/>
                </a:solidFill>
              </a:defRPr>
            </a:lvl1pPr>
            <a:lvl2pPr>
              <a:buNone/>
              <a:defRPr sz="975">
                <a:solidFill>
                  <a:srgbClr val="5D6873"/>
                </a:solidFill>
              </a:defRPr>
            </a:lvl2pPr>
            <a:lvl3pPr>
              <a:buNone/>
              <a:defRPr sz="975">
                <a:solidFill>
                  <a:srgbClr val="5D6873"/>
                </a:solidFill>
              </a:defRPr>
            </a:lvl3pPr>
            <a:lvl4pPr>
              <a:buNone/>
              <a:defRPr sz="975">
                <a:solidFill>
                  <a:srgbClr val="5D6873"/>
                </a:solidFill>
              </a:defRPr>
            </a:lvl4pPr>
            <a:lvl5pPr>
              <a:buNone/>
              <a:defRPr sz="975">
                <a:solidFill>
                  <a:srgbClr val="5D6873"/>
                </a:solidFill>
              </a:defRPr>
            </a:lvl5pPr>
            <a:lvl6pPr>
              <a:buNone/>
              <a:defRPr sz="975">
                <a:solidFill>
                  <a:srgbClr val="5D6873"/>
                </a:solidFill>
              </a:defRPr>
            </a:lvl6pPr>
            <a:lvl7pPr>
              <a:buNone/>
              <a:defRPr sz="975">
                <a:solidFill>
                  <a:srgbClr val="5D6873"/>
                </a:solidFill>
              </a:defRPr>
            </a:lvl7pPr>
            <a:lvl8pPr>
              <a:buNone/>
              <a:defRPr sz="975">
                <a:solidFill>
                  <a:srgbClr val="5D6873"/>
                </a:solidFill>
              </a:defRPr>
            </a:lvl8pPr>
            <a:lvl9pPr>
              <a:buNone/>
              <a:defRPr sz="9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975">
                <a:solidFill>
                  <a:srgbClr val="5D6873"/>
                </a:solidFill>
              </a:defRPr>
            </a:pPr>
            <a:r>
              <a:rPr sz="975">
                <a:solidFill>
                  <a:srgbClr val="5D6873"/>
                </a:solidFill>
              </a:rPr>
              <a:t>Synthetic demonstration record</a:t>
            </a:r>
          </a:p>
        </p:txBody>
      </p:sp>
    </p:spTree>
    <p:extLst>
      <p:ext uri="{BB962C8B-B14F-4D97-AF65-F5344CB8AC3E}">
        <p14:creationId xmlns:p14="http://schemas.microsoft.com/office/powerpoint/2010/main" val="1391991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F42C1-8210-4C32-817A-E40E01D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Faster data intake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4AC65-9B24-433B-A29B-DF4EADE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Capture methods can match the records a school already has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D6A5-F5A1-43D4-8EA9-4A866DB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55736-E111-489F-BDA8-FBC8586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C148B-12F0-4282-94F1-81DF7D1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7709-5976-4C0E-94DB-2CA6D79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8A72"/>
                </a:solidFill>
              </a:defRPr>
            </a:defPPr>
            <a:lvl1pPr>
              <a:buNone/>
              <a:defRPr sz="1575" b="1">
                <a:solidFill>
                  <a:srgbClr val="1B8A72"/>
                </a:solidFill>
              </a:defRPr>
            </a:lvl1pPr>
            <a:lvl2pPr>
              <a:buNone/>
              <a:defRPr sz="1575" b="1">
                <a:solidFill>
                  <a:srgbClr val="1B8A72"/>
                </a:solidFill>
              </a:defRPr>
            </a:lvl2pPr>
            <a:lvl3pPr>
              <a:buNone/>
              <a:defRPr sz="1575" b="1">
                <a:solidFill>
                  <a:srgbClr val="1B8A72"/>
                </a:solidFill>
              </a:defRPr>
            </a:lvl3pPr>
            <a:lvl4pPr>
              <a:buNone/>
              <a:defRPr sz="1575" b="1">
                <a:solidFill>
                  <a:srgbClr val="1B8A72"/>
                </a:solidFill>
              </a:defRPr>
            </a:lvl4pPr>
            <a:lvl5pPr>
              <a:buNone/>
              <a:defRPr sz="1575" b="1">
                <a:solidFill>
                  <a:srgbClr val="1B8A72"/>
                </a:solidFill>
              </a:defRPr>
            </a:lvl5pPr>
            <a:lvl6pPr>
              <a:buNone/>
              <a:defRPr sz="1575" b="1">
                <a:solidFill>
                  <a:srgbClr val="1B8A72"/>
                </a:solidFill>
              </a:defRPr>
            </a:lvl6pPr>
            <a:lvl7pPr>
              <a:buNone/>
              <a:defRPr sz="1575" b="1">
                <a:solidFill>
                  <a:srgbClr val="1B8A72"/>
                </a:solidFill>
              </a:defRPr>
            </a:lvl7pPr>
            <a:lvl8pPr>
              <a:buNone/>
              <a:defRPr sz="1575" b="1">
                <a:solidFill>
                  <a:srgbClr val="1B8A72"/>
                </a:solidFill>
              </a:defRPr>
            </a:lvl8pPr>
            <a:lvl9pPr>
              <a:buNone/>
              <a:defRPr sz="15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B8A72"/>
                </a:solidFill>
              </a:defRPr>
            </a:pPr>
            <a:r>
              <a:rPr sz="1575" b="1">
                <a:solidFill>
                  <a:srgbClr val="1B8A72"/>
                </a:solidFill>
              </a:rPr>
              <a:t>Available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E792C-BF2B-41D0-A4C0-97C627F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Keyboard entry and spreadsheet column paste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Roster based marks capture with validation and autosave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Bulk grade API with duplicate safe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B2ABF-67E9-4F44-A672-74E4408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43BF7-D964-453B-AA2D-1AD2AFD4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6FA4"/>
                </a:solidFill>
              </a:defRPr>
            </a:defPPr>
            <a:lvl1pPr>
              <a:buNone/>
              <a:defRPr sz="1575" b="1">
                <a:solidFill>
                  <a:srgbClr val="0B6FA4"/>
                </a:solidFill>
              </a:defRPr>
            </a:lvl1pPr>
            <a:lvl2pPr>
              <a:buNone/>
              <a:defRPr sz="1575" b="1">
                <a:solidFill>
                  <a:srgbClr val="0B6FA4"/>
                </a:solidFill>
              </a:defRPr>
            </a:lvl2pPr>
            <a:lvl3pPr>
              <a:buNone/>
              <a:defRPr sz="1575" b="1">
                <a:solidFill>
                  <a:srgbClr val="0B6FA4"/>
                </a:solidFill>
              </a:defRPr>
            </a:lvl3pPr>
            <a:lvl4pPr>
              <a:buNone/>
              <a:defRPr sz="1575" b="1">
                <a:solidFill>
                  <a:srgbClr val="0B6FA4"/>
                </a:solidFill>
              </a:defRPr>
            </a:lvl4pPr>
            <a:lvl5pPr>
              <a:buNone/>
              <a:defRPr sz="1575" b="1">
                <a:solidFill>
                  <a:srgbClr val="0B6FA4"/>
                </a:solidFill>
              </a:defRPr>
            </a:lvl5pPr>
            <a:lvl6pPr>
              <a:buNone/>
              <a:defRPr sz="1575" b="1">
                <a:solidFill>
                  <a:srgbClr val="0B6FA4"/>
                </a:solidFill>
              </a:defRPr>
            </a:lvl6pPr>
            <a:lvl7pPr>
              <a:buNone/>
              <a:defRPr sz="1575" b="1">
                <a:solidFill>
                  <a:srgbClr val="0B6FA4"/>
                </a:solidFill>
              </a:defRPr>
            </a:lvl7pPr>
            <a:lvl8pPr>
              <a:buNone/>
              <a:defRPr sz="1575" b="1">
                <a:solidFill>
                  <a:srgbClr val="0B6FA4"/>
                </a:solidFill>
              </a:defRPr>
            </a:lvl8pPr>
            <a:lvl9pPr>
              <a:buNone/>
              <a:defRPr sz="15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0B6FA4"/>
                </a:solidFill>
              </a:defRPr>
            </a:pPr>
            <a:r>
              <a:rPr sz="1575" b="1">
                <a:solidFill>
                  <a:srgbClr val="0B6FA4"/>
                </a:solidFill>
              </a:rPr>
              <a:t>Pilot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8A17C-EF94-4FF2-B69C-DFCA9F6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CSV or spreadsheet upload for learners, guardians, classes, and marks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Column mapping, row validation, error file, and approval before import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Reusable intake templates for each school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A4384-0A65-43A5-9C99-3D6CBE71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CD4CF-625A-4D8D-8608-AB0DDC60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6D28D9"/>
                </a:solidFill>
              </a:defRPr>
            </a:defPPr>
            <a:lvl1pPr>
              <a:buNone/>
              <a:defRPr sz="1575" b="1">
                <a:solidFill>
                  <a:srgbClr val="6D28D9"/>
                </a:solidFill>
              </a:defRPr>
            </a:lvl1pPr>
            <a:lvl2pPr>
              <a:buNone/>
              <a:defRPr sz="1575" b="1">
                <a:solidFill>
                  <a:srgbClr val="6D28D9"/>
                </a:solidFill>
              </a:defRPr>
            </a:lvl2pPr>
            <a:lvl3pPr>
              <a:buNone/>
              <a:defRPr sz="1575" b="1">
                <a:solidFill>
                  <a:srgbClr val="6D28D9"/>
                </a:solidFill>
              </a:defRPr>
            </a:lvl3pPr>
            <a:lvl4pPr>
              <a:buNone/>
              <a:defRPr sz="1575" b="1">
                <a:solidFill>
                  <a:srgbClr val="6D28D9"/>
                </a:solidFill>
              </a:defRPr>
            </a:lvl4pPr>
            <a:lvl5pPr>
              <a:buNone/>
              <a:defRPr sz="1575" b="1">
                <a:solidFill>
                  <a:srgbClr val="6D28D9"/>
                </a:solidFill>
              </a:defRPr>
            </a:lvl5pPr>
            <a:lvl6pPr>
              <a:buNone/>
              <a:defRPr sz="1575" b="1">
                <a:solidFill>
                  <a:srgbClr val="6D28D9"/>
                </a:solidFill>
              </a:defRPr>
            </a:lvl6pPr>
            <a:lvl7pPr>
              <a:buNone/>
              <a:defRPr sz="1575" b="1">
                <a:solidFill>
                  <a:srgbClr val="6D28D9"/>
                </a:solidFill>
              </a:defRPr>
            </a:lvl7pPr>
            <a:lvl8pPr>
              <a:buNone/>
              <a:defRPr sz="1575" b="1">
                <a:solidFill>
                  <a:srgbClr val="6D28D9"/>
                </a:solidFill>
              </a:defRPr>
            </a:lvl8pPr>
            <a:lvl9pPr>
              <a:buNone/>
              <a:defRPr sz="15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6D28D9"/>
                </a:solidFill>
              </a:defRPr>
            </a:pPr>
            <a:r>
              <a:rPr sz="1575" b="1">
                <a:solidFill>
                  <a:srgbClr val="6D28D9"/>
                </a:solidFill>
              </a:rPr>
              <a:t>Optional extension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1B284-F77A-4C94-81C2-5D4AACC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OCR assisted capture from scanned forms or photographed mark sheets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Human review of extracted fields before anything reaches the school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Quoted as custom work after sample documents are tested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B8137-C46C-49F0-B8F6-136A334C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C4612-EB5E-4C5C-9D7C-A2075FF5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315D"/>
                </a:solidFill>
              </a:defRPr>
            </a:defPPr>
            <a:lvl1pPr>
              <a:buNone/>
              <a:defRPr sz="1425" b="1">
                <a:solidFill>
                  <a:srgbClr val="0F315D"/>
                </a:solidFill>
              </a:defRPr>
            </a:lvl1pPr>
            <a:lvl2pPr>
              <a:buNone/>
              <a:defRPr sz="1425" b="1">
                <a:solidFill>
                  <a:srgbClr val="0F315D"/>
                </a:solidFill>
              </a:defRPr>
            </a:lvl2pPr>
            <a:lvl3pPr>
              <a:buNone/>
              <a:defRPr sz="1425" b="1">
                <a:solidFill>
                  <a:srgbClr val="0F315D"/>
                </a:solidFill>
              </a:defRPr>
            </a:lvl3pPr>
            <a:lvl4pPr>
              <a:buNone/>
              <a:defRPr sz="1425" b="1">
                <a:solidFill>
                  <a:srgbClr val="0F315D"/>
                </a:solidFill>
              </a:defRPr>
            </a:lvl4pPr>
            <a:lvl5pPr>
              <a:buNone/>
              <a:defRPr sz="1425" b="1">
                <a:solidFill>
                  <a:srgbClr val="0F315D"/>
                </a:solidFill>
              </a:defRPr>
            </a:lvl5pPr>
            <a:lvl6pPr>
              <a:buNone/>
              <a:defRPr sz="1425" b="1">
                <a:solidFill>
                  <a:srgbClr val="0F315D"/>
                </a:solidFill>
              </a:defRPr>
            </a:lvl6pPr>
            <a:lvl7pPr>
              <a:buNone/>
              <a:defRPr sz="1425" b="1">
                <a:solidFill>
                  <a:srgbClr val="0F315D"/>
                </a:solidFill>
              </a:defRPr>
            </a:lvl7pPr>
            <a:lvl8pPr>
              <a:buNone/>
              <a:defRPr sz="1425" b="1">
                <a:solidFill>
                  <a:srgbClr val="0F315D"/>
                </a:solidFill>
              </a:defRPr>
            </a:lvl8pPr>
            <a:lvl9pPr>
              <a:buNone/>
              <a:defRPr sz="1425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0F315D"/>
                </a:solidFill>
              </a:defRPr>
            </a:pPr>
            <a:r>
              <a:rPr sz="1425" b="1">
                <a:solidFill>
                  <a:srgbClr val="0F315D"/>
                </a:solidFill>
              </a:rPr>
              <a:t>Every import should stage data first, explain rejected rows, and require confirmation before committing records.</a:t>
            </a:r>
          </a:p>
        </p:txBody>
      </p:sp>
    </p:spTree>
    <p:extLst>
      <p:ext uri="{BB962C8B-B14F-4D97-AF65-F5344CB8AC3E}">
        <p14:creationId xmlns:p14="http://schemas.microsoft.com/office/powerpoint/2010/main" val="1031727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28226-D2A8-4E0A-AB68-3B358DC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Information access and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90715-41BD-42BF-8A42-79E4E29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Authorized people can reach the records they need from any connected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7C91-DBE5-447F-8059-BF54509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2103F-5914-4F29-B5B3-C0FCFC92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03914-819F-4D33-A73E-1C883EC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4E25-F76B-40C9-BCC0-C4E4401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3202C"/>
                </a:solidFill>
              </a:defRPr>
            </a:defPPr>
            <a:lvl1pPr>
              <a:buNone/>
              <a:defRPr sz="2025" b="1">
                <a:solidFill>
                  <a:srgbClr val="13202C"/>
                </a:solidFill>
              </a:defRPr>
            </a:lvl1pPr>
            <a:lvl2pPr>
              <a:buNone/>
              <a:defRPr sz="2025" b="1">
                <a:solidFill>
                  <a:srgbClr val="13202C"/>
                </a:solidFill>
              </a:defRPr>
            </a:lvl2pPr>
            <a:lvl3pPr>
              <a:buNone/>
              <a:defRPr sz="2025" b="1">
                <a:solidFill>
                  <a:srgbClr val="13202C"/>
                </a:solidFill>
              </a:defRPr>
            </a:lvl3pPr>
            <a:lvl4pPr>
              <a:buNone/>
              <a:defRPr sz="2025" b="1">
                <a:solidFill>
                  <a:srgbClr val="13202C"/>
                </a:solidFill>
              </a:defRPr>
            </a:lvl4pPr>
            <a:lvl5pPr>
              <a:buNone/>
              <a:defRPr sz="2025" b="1">
                <a:solidFill>
                  <a:srgbClr val="13202C"/>
                </a:solidFill>
              </a:defRPr>
            </a:lvl5pPr>
            <a:lvl6pPr>
              <a:buNone/>
              <a:defRPr sz="2025" b="1">
                <a:solidFill>
                  <a:srgbClr val="13202C"/>
                </a:solidFill>
              </a:defRPr>
            </a:lvl6pPr>
            <a:lvl7pPr>
              <a:buNone/>
              <a:defRPr sz="2025" b="1">
                <a:solidFill>
                  <a:srgbClr val="13202C"/>
                </a:solidFill>
              </a:defRPr>
            </a:lvl7pPr>
            <a:lvl8pPr>
              <a:buNone/>
              <a:defRPr sz="2025" b="1">
                <a:solidFill>
                  <a:srgbClr val="13202C"/>
                </a:solidFill>
              </a:defRPr>
            </a:lvl8pPr>
            <a:lvl9pPr>
              <a:buNone/>
              <a:defRPr sz="2025" b="1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3202C"/>
                </a:solidFill>
              </a:defRPr>
            </a:pPr>
            <a:r>
              <a:rPr sz="2025" b="1">
                <a:solidFill>
                  <a:srgbClr val="13202C"/>
                </a:solidFill>
              </a:rPr>
              <a:t>The school controls access by role, school context, and assigned responsibility.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FD38A-6173-495A-86FF-0F6AC4D9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D6873"/>
                </a:solidFill>
              </a:defRPr>
            </a:defPPr>
            <a:lvl1pPr>
              <a:buNone/>
              <a:defRPr sz="1425">
                <a:solidFill>
                  <a:srgbClr val="5D6873"/>
                </a:solidFill>
              </a:defRPr>
            </a:lvl1pPr>
            <a:lvl2pPr>
              <a:buNone/>
              <a:defRPr sz="1425">
                <a:solidFill>
                  <a:srgbClr val="5D6873"/>
                </a:solidFill>
              </a:defRPr>
            </a:lvl2pPr>
            <a:lvl3pPr>
              <a:buNone/>
              <a:defRPr sz="1425">
                <a:solidFill>
                  <a:srgbClr val="5D6873"/>
                </a:solidFill>
              </a:defRPr>
            </a:lvl3pPr>
            <a:lvl4pPr>
              <a:buNone/>
              <a:defRPr sz="1425">
                <a:solidFill>
                  <a:srgbClr val="5D6873"/>
                </a:solidFill>
              </a:defRPr>
            </a:lvl4pPr>
            <a:lvl5pPr>
              <a:buNone/>
              <a:defRPr sz="1425">
                <a:solidFill>
                  <a:srgbClr val="5D6873"/>
                </a:solidFill>
              </a:defRPr>
            </a:lvl5pPr>
            <a:lvl6pPr>
              <a:buNone/>
              <a:defRPr sz="1425">
                <a:solidFill>
                  <a:srgbClr val="5D6873"/>
                </a:solidFill>
              </a:defRPr>
            </a:lvl6pPr>
            <a:lvl7pPr>
              <a:buNone/>
              <a:defRPr sz="1425">
                <a:solidFill>
                  <a:srgbClr val="5D6873"/>
                </a:solidFill>
              </a:defRPr>
            </a:lvl7pPr>
            <a:lvl8pPr>
              <a:buNone/>
              <a:defRPr sz="1425">
                <a:solidFill>
                  <a:srgbClr val="5D6873"/>
                </a:solidFill>
              </a:defRPr>
            </a:lvl8pPr>
            <a:lvl9pPr>
              <a:buNone/>
              <a:defRPr sz="142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D6873"/>
                </a:solidFill>
              </a:defRPr>
            </a:pPr>
            <a:r>
              <a:rPr sz="1425">
                <a:solidFill>
                  <a:srgbClr val="5D6873"/>
                </a:solidFill>
              </a:rPr>
              <a:t>The browser based workspace supports office, classroom, and parent access without sharing one common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17A67-FAB5-4358-8682-18F4EB5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315D"/>
                </a:solidFill>
              </a:defRPr>
            </a:defPPr>
            <a:lvl1pPr>
              <a:buNone/>
              <a:defRPr sz="1350" b="1">
                <a:solidFill>
                  <a:srgbClr val="0F315D"/>
                </a:solidFill>
              </a:defRPr>
            </a:lvl1pPr>
            <a:lvl2pPr>
              <a:buNone/>
              <a:defRPr sz="1350" b="1">
                <a:solidFill>
                  <a:srgbClr val="0F315D"/>
                </a:solidFill>
              </a:defRPr>
            </a:lvl2pPr>
            <a:lvl3pPr>
              <a:buNone/>
              <a:defRPr sz="1350" b="1">
                <a:solidFill>
                  <a:srgbClr val="0F315D"/>
                </a:solidFill>
              </a:defRPr>
            </a:lvl3pPr>
            <a:lvl4pPr>
              <a:buNone/>
              <a:defRPr sz="1350" b="1">
                <a:solidFill>
                  <a:srgbClr val="0F315D"/>
                </a:solidFill>
              </a:defRPr>
            </a:lvl4pPr>
            <a:lvl5pPr>
              <a:buNone/>
              <a:defRPr sz="1350" b="1">
                <a:solidFill>
                  <a:srgbClr val="0F315D"/>
                </a:solidFill>
              </a:defRPr>
            </a:lvl5pPr>
            <a:lvl6pPr>
              <a:buNone/>
              <a:defRPr sz="1350" b="1">
                <a:solidFill>
                  <a:srgbClr val="0F315D"/>
                </a:solidFill>
              </a:defRPr>
            </a:lvl6pPr>
            <a:lvl7pPr>
              <a:buNone/>
              <a:defRPr sz="1350" b="1">
                <a:solidFill>
                  <a:srgbClr val="0F315D"/>
                </a:solidFill>
              </a:defRPr>
            </a:lvl7pPr>
            <a:lvl8pPr>
              <a:buNone/>
              <a:defRPr sz="1350" b="1">
                <a:solidFill>
                  <a:srgbClr val="0F315D"/>
                </a:solidFill>
              </a:defRPr>
            </a:lvl8pPr>
            <a:lvl9pPr>
              <a:buNone/>
              <a:defRPr sz="13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0F315D"/>
                </a:solidFill>
              </a:defRPr>
            </a:pPr>
            <a:r>
              <a:rPr sz="1350" b="1">
                <a:solidFill>
                  <a:srgbClr val="0F315D"/>
                </a:solidFill>
              </a:rPr>
              <a:t>Access controls remain part of the pilot test, including tenant separation, role permissions, session security, and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A4734-6F2F-4511-A1D7-A84D5CD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B6FA4"/>
                </a:solidFill>
              </a:defRPr>
            </a:defPPr>
            <a:lvl1pPr>
              <a:buNone/>
              <a:defRPr sz="1275" b="1">
                <a:solidFill>
                  <a:srgbClr val="0B6FA4"/>
                </a:solidFill>
              </a:defRPr>
            </a:lvl1pPr>
            <a:lvl2pPr>
              <a:buNone/>
              <a:defRPr sz="1275" b="1">
                <a:solidFill>
                  <a:srgbClr val="0B6FA4"/>
                </a:solidFill>
              </a:defRPr>
            </a:lvl2pPr>
            <a:lvl3pPr>
              <a:buNone/>
              <a:defRPr sz="1275" b="1">
                <a:solidFill>
                  <a:srgbClr val="0B6FA4"/>
                </a:solidFill>
              </a:defRPr>
            </a:lvl3pPr>
            <a:lvl4pPr>
              <a:buNone/>
              <a:defRPr sz="1275" b="1">
                <a:solidFill>
                  <a:srgbClr val="0B6FA4"/>
                </a:solidFill>
              </a:defRPr>
            </a:lvl4pPr>
            <a:lvl5pPr>
              <a:buNone/>
              <a:defRPr sz="1275" b="1">
                <a:solidFill>
                  <a:srgbClr val="0B6FA4"/>
                </a:solidFill>
              </a:defRPr>
            </a:lvl5pPr>
            <a:lvl6pPr>
              <a:buNone/>
              <a:defRPr sz="1275" b="1">
                <a:solidFill>
                  <a:srgbClr val="0B6FA4"/>
                </a:solidFill>
              </a:defRPr>
            </a:lvl6pPr>
            <a:lvl7pPr>
              <a:buNone/>
              <a:defRPr sz="1275" b="1">
                <a:solidFill>
                  <a:srgbClr val="0B6FA4"/>
                </a:solidFill>
              </a:defRPr>
            </a:lvl7pPr>
            <a:lvl8pPr>
              <a:buNone/>
              <a:defRPr sz="1275" b="1">
                <a:solidFill>
                  <a:srgbClr val="0B6FA4"/>
                </a:solidFill>
              </a:defRPr>
            </a:lvl8pPr>
            <a:lvl9pPr>
              <a:buNone/>
              <a:defRPr sz="12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B6FA4"/>
                </a:solidFill>
              </a:defRPr>
            </a:pPr>
            <a:r>
              <a:rPr sz="1275" b="1">
                <a:solidFill>
                  <a:srgbClr val="0B6FA4"/>
                </a:solidFill>
              </a:rPr>
              <a:t>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4844-26DC-4BD0-BA29-ED4C103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School setup, learners, users, reports, finance, communications, and configuration.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BC64E-A6FF-4CED-BB6A-55DA380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B80C0-B6B8-494F-ACC3-924802B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buNone/>
              <a:defRPr sz="1275" b="1">
                <a:solidFill>
                  <a:srgbClr val="1B8A72"/>
                </a:solidFill>
              </a:defRPr>
            </a:lvl1pPr>
            <a:lvl2pPr>
              <a:buNone/>
              <a:defRPr sz="1275" b="1">
                <a:solidFill>
                  <a:srgbClr val="1B8A72"/>
                </a:solidFill>
              </a:defRPr>
            </a:lvl2pPr>
            <a:lvl3pPr>
              <a:buNone/>
              <a:defRPr sz="1275" b="1">
                <a:solidFill>
                  <a:srgbClr val="1B8A72"/>
                </a:solidFill>
              </a:defRPr>
            </a:lvl3pPr>
            <a:lvl4pPr>
              <a:buNone/>
              <a:defRPr sz="1275" b="1">
                <a:solidFill>
                  <a:srgbClr val="1B8A72"/>
                </a:solidFill>
              </a:defRPr>
            </a:lvl4pPr>
            <a:lvl5pPr>
              <a:buNone/>
              <a:defRPr sz="1275" b="1">
                <a:solidFill>
                  <a:srgbClr val="1B8A72"/>
                </a:solidFill>
              </a:defRPr>
            </a:lvl5pPr>
            <a:lvl6pPr>
              <a:buNone/>
              <a:defRPr sz="1275" b="1">
                <a:solidFill>
                  <a:srgbClr val="1B8A72"/>
                </a:solidFill>
              </a:defRPr>
            </a:lvl6pPr>
            <a:lvl7pPr>
              <a:buNone/>
              <a:defRPr sz="1275" b="1">
                <a:solidFill>
                  <a:srgbClr val="1B8A72"/>
                </a:solidFill>
              </a:defRPr>
            </a:lvl7pPr>
            <a:lvl8pPr>
              <a:buNone/>
              <a:defRPr sz="1275" b="1">
                <a:solidFill>
                  <a:srgbClr val="1B8A72"/>
                </a:solidFill>
              </a:defRPr>
            </a:lvl8pPr>
            <a:lvl9pPr>
              <a:buNone/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Teacher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96946-4635-40E2-B594-1A4CC36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Assigned classes, attendance, assessments, marks, results, and approved notices.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E9EDA-04E0-42D8-9425-E47B5A7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69513-82A9-47FD-928F-0F444D72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D28D9"/>
                </a:solidFill>
              </a:defRPr>
            </a:defPPr>
            <a:lvl1pPr>
              <a:buNone/>
              <a:defRPr sz="1275" b="1">
                <a:solidFill>
                  <a:srgbClr val="6D28D9"/>
                </a:solidFill>
              </a:defRPr>
            </a:lvl1pPr>
            <a:lvl2pPr>
              <a:buNone/>
              <a:defRPr sz="1275" b="1">
                <a:solidFill>
                  <a:srgbClr val="6D28D9"/>
                </a:solidFill>
              </a:defRPr>
            </a:lvl2pPr>
            <a:lvl3pPr>
              <a:buNone/>
              <a:defRPr sz="1275" b="1">
                <a:solidFill>
                  <a:srgbClr val="6D28D9"/>
                </a:solidFill>
              </a:defRPr>
            </a:lvl3pPr>
            <a:lvl4pPr>
              <a:buNone/>
              <a:defRPr sz="1275" b="1">
                <a:solidFill>
                  <a:srgbClr val="6D28D9"/>
                </a:solidFill>
              </a:defRPr>
            </a:lvl4pPr>
            <a:lvl5pPr>
              <a:buNone/>
              <a:defRPr sz="1275" b="1">
                <a:solidFill>
                  <a:srgbClr val="6D28D9"/>
                </a:solidFill>
              </a:defRPr>
            </a:lvl5pPr>
            <a:lvl6pPr>
              <a:buNone/>
              <a:defRPr sz="1275" b="1">
                <a:solidFill>
                  <a:srgbClr val="6D28D9"/>
                </a:solidFill>
              </a:defRPr>
            </a:lvl6pPr>
            <a:lvl7pPr>
              <a:buNone/>
              <a:defRPr sz="1275" b="1">
                <a:solidFill>
                  <a:srgbClr val="6D28D9"/>
                </a:solidFill>
              </a:defRPr>
            </a:lvl7pPr>
            <a:lvl8pPr>
              <a:buNone/>
              <a:defRPr sz="1275" b="1">
                <a:solidFill>
                  <a:srgbClr val="6D28D9"/>
                </a:solidFill>
              </a:defRPr>
            </a:lvl8pPr>
            <a:lvl9pPr>
              <a:buNone/>
              <a:defRPr sz="12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Parent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A7FA8-966F-4411-98EE-3EF98907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Read only access to the linked child, reports, fees, timetable, and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53E1F-591C-47C1-9DD2-134CFC7A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A4865-0253-48A4-ACC1-2CA64A7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7706"/>
                </a:solidFill>
              </a:defRPr>
            </a:defPPr>
            <a:lvl1pPr>
              <a:buNone/>
              <a:defRPr sz="1275" b="1">
                <a:solidFill>
                  <a:srgbClr val="D97706"/>
                </a:solidFill>
              </a:defRPr>
            </a:lvl1pPr>
            <a:lvl2pPr>
              <a:buNone/>
              <a:defRPr sz="1275" b="1">
                <a:solidFill>
                  <a:srgbClr val="D97706"/>
                </a:solidFill>
              </a:defRPr>
            </a:lvl2pPr>
            <a:lvl3pPr>
              <a:buNone/>
              <a:defRPr sz="1275" b="1">
                <a:solidFill>
                  <a:srgbClr val="D97706"/>
                </a:solidFill>
              </a:defRPr>
            </a:lvl3pPr>
            <a:lvl4pPr>
              <a:buNone/>
              <a:defRPr sz="1275" b="1">
                <a:solidFill>
                  <a:srgbClr val="D97706"/>
                </a:solidFill>
              </a:defRPr>
            </a:lvl4pPr>
            <a:lvl5pPr>
              <a:buNone/>
              <a:defRPr sz="1275" b="1">
                <a:solidFill>
                  <a:srgbClr val="D97706"/>
                </a:solidFill>
              </a:defRPr>
            </a:lvl5pPr>
            <a:lvl6pPr>
              <a:buNone/>
              <a:defRPr sz="1275" b="1">
                <a:solidFill>
                  <a:srgbClr val="D97706"/>
                </a:solidFill>
              </a:defRPr>
            </a:lvl6pPr>
            <a:lvl7pPr>
              <a:buNone/>
              <a:defRPr sz="1275" b="1">
                <a:solidFill>
                  <a:srgbClr val="D97706"/>
                </a:solidFill>
              </a:defRPr>
            </a:lvl7pPr>
            <a:lvl8pPr>
              <a:buNone/>
              <a:defRPr sz="1275" b="1">
                <a:solidFill>
                  <a:srgbClr val="D97706"/>
                </a:solidFill>
              </a:defRPr>
            </a:lvl8pPr>
            <a:lvl9pPr>
              <a:buNone/>
              <a:defRPr sz="1275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Finance staff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FC212-8244-4D0C-A3BA-DDFBF32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buNone/>
              <a:defRPr sz="1200">
                <a:solidFill>
                  <a:srgbClr val="13202C"/>
                </a:solidFill>
              </a:defRPr>
            </a:lvl1pPr>
            <a:lvl2pPr>
              <a:buNone/>
              <a:defRPr sz="1200">
                <a:solidFill>
                  <a:srgbClr val="13202C"/>
                </a:solidFill>
              </a:defRPr>
            </a:lvl2pPr>
            <a:lvl3pPr>
              <a:buNone/>
              <a:defRPr sz="1200">
                <a:solidFill>
                  <a:srgbClr val="13202C"/>
                </a:solidFill>
              </a:defRPr>
            </a:lvl3pPr>
            <a:lvl4pPr>
              <a:buNone/>
              <a:defRPr sz="1200">
                <a:solidFill>
                  <a:srgbClr val="13202C"/>
                </a:solidFill>
              </a:defRPr>
            </a:lvl4pPr>
            <a:lvl5pPr>
              <a:buNone/>
              <a:defRPr sz="1200">
                <a:solidFill>
                  <a:srgbClr val="13202C"/>
                </a:solidFill>
              </a:defRPr>
            </a:lvl5pPr>
            <a:lvl6pPr>
              <a:buNone/>
              <a:defRPr sz="1200">
                <a:solidFill>
                  <a:srgbClr val="13202C"/>
                </a:solidFill>
              </a:defRPr>
            </a:lvl6pPr>
            <a:lvl7pPr>
              <a:buNone/>
              <a:defRPr sz="1200">
                <a:solidFill>
                  <a:srgbClr val="13202C"/>
                </a:solidFill>
              </a:defRPr>
            </a:lvl7pPr>
            <a:lvl8pPr>
              <a:buNone/>
              <a:defRPr sz="1200">
                <a:solidFill>
                  <a:srgbClr val="13202C"/>
                </a:solidFill>
              </a:defRPr>
            </a:lvl8pPr>
            <a:lvl9pPr>
              <a:buNone/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Invoices, payments, cashbook, approved expenses, and finance reports.</a:t>
            </a:r>
          </a:p>
        </p:txBody>
      </p:sp>
    </p:spTree>
    <p:extLst>
      <p:ext uri="{BB962C8B-B14F-4D97-AF65-F5344CB8AC3E}">
        <p14:creationId xmlns:p14="http://schemas.microsoft.com/office/powerpoint/2010/main" val="1698442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3BFD8-C5FA-4DB2-A3F3-C4BBD80D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School communications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59367-C02A-4D5D-8BC6-CB197865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Notices can reach the correct audience through approved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8ABBD-41EF-4034-869D-1CCF03C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98DE5-E32B-4383-B51F-DB9A1C1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1A2F-F7B3-42E0-8A77-8E06D5F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BEB5F-6B2B-411C-8749-45A884122F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3c2f74a954402"/>
          <a:stretch xmlns:a="http://schemas.openxmlformats.org/drawingml/2006/main"/>
        </p:blipFill>
        <p:spPr>
          <a:xfrm xmlns:a="http://schemas.openxmlformats.org/drawingml/2006/main">
            <a:off x="647700" y="1564481"/>
            <a:ext cx="6667500" cy="41671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CB907-6421-449A-AE1B-FE61268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8A72"/>
                </a:solidFill>
              </a:defRPr>
            </a:defPPr>
            <a:lvl1pPr>
              <a:buNone/>
              <a:defRPr sz="1575" b="1">
                <a:solidFill>
                  <a:srgbClr val="1B8A72"/>
                </a:solidFill>
              </a:defRPr>
            </a:lvl1pPr>
            <a:lvl2pPr>
              <a:buNone/>
              <a:defRPr sz="1575" b="1">
                <a:solidFill>
                  <a:srgbClr val="1B8A72"/>
                </a:solidFill>
              </a:defRPr>
            </a:lvl2pPr>
            <a:lvl3pPr>
              <a:buNone/>
              <a:defRPr sz="1575" b="1">
                <a:solidFill>
                  <a:srgbClr val="1B8A72"/>
                </a:solidFill>
              </a:defRPr>
            </a:lvl3pPr>
            <a:lvl4pPr>
              <a:buNone/>
              <a:defRPr sz="1575" b="1">
                <a:solidFill>
                  <a:srgbClr val="1B8A72"/>
                </a:solidFill>
              </a:defRPr>
            </a:lvl4pPr>
            <a:lvl5pPr>
              <a:buNone/>
              <a:defRPr sz="1575" b="1">
                <a:solidFill>
                  <a:srgbClr val="1B8A72"/>
                </a:solidFill>
              </a:defRPr>
            </a:lvl5pPr>
            <a:lvl6pPr>
              <a:buNone/>
              <a:defRPr sz="1575" b="1">
                <a:solidFill>
                  <a:srgbClr val="1B8A72"/>
                </a:solidFill>
              </a:defRPr>
            </a:lvl6pPr>
            <a:lvl7pPr>
              <a:buNone/>
              <a:defRPr sz="1575" b="1">
                <a:solidFill>
                  <a:srgbClr val="1B8A72"/>
                </a:solidFill>
              </a:defRPr>
            </a:lvl7pPr>
            <a:lvl8pPr>
              <a:buNone/>
              <a:defRPr sz="1575" b="1">
                <a:solidFill>
                  <a:srgbClr val="1B8A72"/>
                </a:solidFill>
              </a:defRPr>
            </a:lvl8pPr>
            <a:lvl9pPr>
              <a:buNone/>
              <a:defRPr sz="15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B8A72"/>
                </a:solidFill>
              </a:defRPr>
            </a:pPr>
            <a:r>
              <a:rPr sz="1575" b="1">
                <a:solidFill>
                  <a:srgbClr val="1B8A72"/>
                </a:solidFill>
              </a:rPr>
              <a:t>Available in the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957B-B182-43F9-94AA-DD438BA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SMS and email broadcasts</a:t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Audience selection by school role or grade</a:t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Reusable templates and scheduled messages</a:t>
            </a:r>
          </a:p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Delivery logs, failures, and retry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6928D-1D71-4BDA-8422-1B5D360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315D"/>
                </a:solidFill>
              </a:defRPr>
            </a:defPPr>
            <a:lvl1pPr>
              <a:buNone/>
              <a:defRPr sz="1350" b="1">
                <a:solidFill>
                  <a:srgbClr val="0F315D"/>
                </a:solidFill>
              </a:defRPr>
            </a:lvl1pPr>
            <a:lvl2pPr>
              <a:buNone/>
              <a:defRPr sz="1350" b="1">
                <a:solidFill>
                  <a:srgbClr val="0F315D"/>
                </a:solidFill>
              </a:defRPr>
            </a:lvl2pPr>
            <a:lvl3pPr>
              <a:buNone/>
              <a:defRPr sz="1350" b="1">
                <a:solidFill>
                  <a:srgbClr val="0F315D"/>
                </a:solidFill>
              </a:defRPr>
            </a:lvl3pPr>
            <a:lvl4pPr>
              <a:buNone/>
              <a:defRPr sz="1350" b="1">
                <a:solidFill>
                  <a:srgbClr val="0F315D"/>
                </a:solidFill>
              </a:defRPr>
            </a:lvl4pPr>
            <a:lvl5pPr>
              <a:buNone/>
              <a:defRPr sz="1350" b="1">
                <a:solidFill>
                  <a:srgbClr val="0F315D"/>
                </a:solidFill>
              </a:defRPr>
            </a:lvl5pPr>
            <a:lvl6pPr>
              <a:buNone/>
              <a:defRPr sz="1350" b="1">
                <a:solidFill>
                  <a:srgbClr val="0F315D"/>
                </a:solidFill>
              </a:defRPr>
            </a:lvl6pPr>
            <a:lvl7pPr>
              <a:buNone/>
              <a:defRPr sz="1350" b="1">
                <a:solidFill>
                  <a:srgbClr val="0F315D"/>
                </a:solidFill>
              </a:defRPr>
            </a:lvl7pPr>
            <a:lvl8pPr>
              <a:buNone/>
              <a:defRPr sz="1350" b="1">
                <a:solidFill>
                  <a:srgbClr val="0F315D"/>
                </a:solidFill>
              </a:defRPr>
            </a:lvl8pPr>
            <a:lvl9pPr>
              <a:buNone/>
              <a:defRPr sz="13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0F315D"/>
                </a:solidFill>
              </a:defRPr>
            </a:pPr>
            <a:r>
              <a:rPr sz="1350" b="1">
                <a:solidFill>
                  <a:srgbClr val="0F315D"/>
                </a:solidFill>
              </a:rPr>
              <a:t>Typical notices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86C0-A60A-4DB3-B556-0707192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Exam reminders, sports fixtures, transport changes, meeting notices, payment updates, and urgent alerts.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21C84-9A3D-4EDD-A443-2F0388B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D28D9"/>
                </a:solidFill>
              </a:defRPr>
            </a:defPPr>
            <a:lvl1pPr>
              <a:buNone/>
              <a:defRPr sz="1200" b="1">
                <a:solidFill>
                  <a:srgbClr val="6D28D9"/>
                </a:solidFill>
              </a:defRPr>
            </a:lvl1pPr>
            <a:lvl2pPr>
              <a:buNone/>
              <a:defRPr sz="1200" b="1">
                <a:solidFill>
                  <a:srgbClr val="6D28D9"/>
                </a:solidFill>
              </a:defRPr>
            </a:lvl2pPr>
            <a:lvl3pPr>
              <a:buNone/>
              <a:defRPr sz="1200" b="1">
                <a:solidFill>
                  <a:srgbClr val="6D28D9"/>
                </a:solidFill>
              </a:defRPr>
            </a:lvl3pPr>
            <a:lvl4pPr>
              <a:buNone/>
              <a:defRPr sz="1200" b="1">
                <a:solidFill>
                  <a:srgbClr val="6D28D9"/>
                </a:solidFill>
              </a:defRPr>
            </a:lvl4pPr>
            <a:lvl5pPr>
              <a:buNone/>
              <a:defRPr sz="1200" b="1">
                <a:solidFill>
                  <a:srgbClr val="6D28D9"/>
                </a:solidFill>
              </a:defRPr>
            </a:lvl5pPr>
            <a:lvl6pPr>
              <a:buNone/>
              <a:defRPr sz="1200" b="1">
                <a:solidFill>
                  <a:srgbClr val="6D28D9"/>
                </a:solidFill>
              </a:defRPr>
            </a:lvl6pPr>
            <a:lvl7pPr>
              <a:buNone/>
              <a:defRPr sz="1200" b="1">
                <a:solidFill>
                  <a:srgbClr val="6D28D9"/>
                </a:solidFill>
              </a:defRPr>
            </a:lvl7pPr>
            <a:lvl8pPr>
              <a:buNone/>
              <a:defRPr sz="1200" b="1">
                <a:solidFill>
                  <a:srgbClr val="6D28D9"/>
                </a:solidFill>
              </a:defRPr>
            </a:lvl8pPr>
            <a:lvl9pPr>
              <a:buNone/>
              <a:defRPr sz="12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WhatsApp Business can be added as a managed connector after provider approval, templates, consent rules, and costs are agreed.</a:t>
            </a:r>
          </a:p>
        </p:txBody>
      </p:sp>
    </p:spTree>
    <p:extLst>
      <p:ext uri="{BB962C8B-B14F-4D97-AF65-F5344CB8AC3E}">
        <p14:creationId xmlns:p14="http://schemas.microsoft.com/office/powerpoint/2010/main" val="263749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B4619-2271-4034-ADB3-5EFC8EC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School news and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BF6C2-38FE-4803-B60B-560A39F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An internal news space can grow into a controlled public information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6371-33F9-419D-9F93-6FE8ABB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BBFAE-7B85-4E77-8FD2-DABDA94B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C7C39-F0D8-4AE6-80BF-B26825F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6CDFE-2593-4D4A-81A8-D6E5BA28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6D28D9"/>
                </a:solidFill>
              </a:defRPr>
            </a:defPPr>
            <a:lvl1pPr>
              <a:buNone/>
              <a:defRPr sz="1575" b="1">
                <a:solidFill>
                  <a:srgbClr val="6D28D9"/>
                </a:solidFill>
              </a:defRPr>
            </a:lvl1pPr>
            <a:lvl2pPr>
              <a:buNone/>
              <a:defRPr sz="1575" b="1">
                <a:solidFill>
                  <a:srgbClr val="6D28D9"/>
                </a:solidFill>
              </a:defRPr>
            </a:lvl2pPr>
            <a:lvl3pPr>
              <a:buNone/>
              <a:defRPr sz="1575" b="1">
                <a:solidFill>
                  <a:srgbClr val="6D28D9"/>
                </a:solidFill>
              </a:defRPr>
            </a:lvl3pPr>
            <a:lvl4pPr>
              <a:buNone/>
              <a:defRPr sz="1575" b="1">
                <a:solidFill>
                  <a:srgbClr val="6D28D9"/>
                </a:solidFill>
              </a:defRPr>
            </a:lvl4pPr>
            <a:lvl5pPr>
              <a:buNone/>
              <a:defRPr sz="1575" b="1">
                <a:solidFill>
                  <a:srgbClr val="6D28D9"/>
                </a:solidFill>
              </a:defRPr>
            </a:lvl5pPr>
            <a:lvl6pPr>
              <a:buNone/>
              <a:defRPr sz="1575" b="1">
                <a:solidFill>
                  <a:srgbClr val="6D28D9"/>
                </a:solidFill>
              </a:defRPr>
            </a:lvl6pPr>
            <a:lvl7pPr>
              <a:buNone/>
              <a:defRPr sz="1575" b="1">
                <a:solidFill>
                  <a:srgbClr val="6D28D9"/>
                </a:solidFill>
              </a:defRPr>
            </a:lvl7pPr>
            <a:lvl8pPr>
              <a:buNone/>
              <a:defRPr sz="1575" b="1">
                <a:solidFill>
                  <a:srgbClr val="6D28D9"/>
                </a:solidFill>
              </a:defRPr>
            </a:lvl8pPr>
            <a:lvl9pPr>
              <a:buNone/>
              <a:defRPr sz="15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6D28D9"/>
                </a:solidFill>
              </a:defRPr>
            </a:pPr>
            <a:r>
              <a:rPr sz="1575" b="1">
                <a:solidFill>
                  <a:srgbClr val="6D28D9"/>
                </a:solidFill>
              </a:rPr>
              <a:t>Current announcement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81002-8C35-4DCC-95D1-C26C274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3202C"/>
                </a:solidFill>
              </a:defRPr>
            </a:defPPr>
            <a:lvl1pPr>
              <a:buNone/>
              <a:defRPr sz="1500">
                <a:solidFill>
                  <a:srgbClr val="13202C"/>
                </a:solidFill>
              </a:defRPr>
            </a:lvl1pPr>
            <a:lvl2pPr>
              <a:buNone/>
              <a:defRPr sz="1500">
                <a:solidFill>
                  <a:srgbClr val="13202C"/>
                </a:solidFill>
              </a:defRPr>
            </a:lvl2pPr>
            <a:lvl3pPr>
              <a:buNone/>
              <a:defRPr sz="1500">
                <a:solidFill>
                  <a:srgbClr val="13202C"/>
                </a:solidFill>
              </a:defRPr>
            </a:lvl3pPr>
            <a:lvl4pPr>
              <a:buNone/>
              <a:defRPr sz="1500">
                <a:solidFill>
                  <a:srgbClr val="13202C"/>
                </a:solidFill>
              </a:defRPr>
            </a:lvl4pPr>
            <a:lvl5pPr>
              <a:buNone/>
              <a:defRPr sz="1500">
                <a:solidFill>
                  <a:srgbClr val="13202C"/>
                </a:solidFill>
              </a:defRPr>
            </a:lvl5pPr>
            <a:lvl6pPr>
              <a:buNone/>
              <a:defRPr sz="1500">
                <a:solidFill>
                  <a:srgbClr val="13202C"/>
                </a:solidFill>
              </a:defRPr>
            </a:lvl6pPr>
            <a:lvl7pPr>
              <a:buNone/>
              <a:defRPr sz="1500">
                <a:solidFill>
                  <a:srgbClr val="13202C"/>
                </a:solidFill>
              </a:defRPr>
            </a:lvl7pPr>
            <a:lvl8pPr>
              <a:buNone/>
              <a:defRPr sz="1500">
                <a:solidFill>
                  <a:srgbClr val="13202C"/>
                </a:solidFill>
              </a:defRPr>
            </a:lvl8pPr>
            <a:lvl9pPr>
              <a:buNone/>
              <a:defRPr sz="15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13202C"/>
                </a:solidFill>
              </a:defRPr>
            </a:pPr>
            <a:r>
              <a:rPr sz="1500">
                <a:solidFill>
                  <a:srgbClr val="13202C"/>
                </a:solidFill>
              </a:rPr>
              <a:t>Staff publish notices for the whole school, parents, teachers, staff, or a selected grade. Each item can publish immediately, follow a schedule, or expire automatically.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CEBF7-E85B-405A-98E9-8C842E5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6FA4"/>
                </a:solidFill>
              </a:defRPr>
            </a:defPPr>
            <a:lvl1pPr>
              <a:buNone/>
              <a:defRPr sz="1575" b="1">
                <a:solidFill>
                  <a:srgbClr val="0B6FA4"/>
                </a:solidFill>
              </a:defRPr>
            </a:lvl1pPr>
            <a:lvl2pPr>
              <a:buNone/>
              <a:defRPr sz="1575" b="1">
                <a:solidFill>
                  <a:srgbClr val="0B6FA4"/>
                </a:solidFill>
              </a:defRPr>
            </a:lvl2pPr>
            <a:lvl3pPr>
              <a:buNone/>
              <a:defRPr sz="1575" b="1">
                <a:solidFill>
                  <a:srgbClr val="0B6FA4"/>
                </a:solidFill>
              </a:defRPr>
            </a:lvl3pPr>
            <a:lvl4pPr>
              <a:buNone/>
              <a:defRPr sz="1575" b="1">
                <a:solidFill>
                  <a:srgbClr val="0B6FA4"/>
                </a:solidFill>
              </a:defRPr>
            </a:lvl4pPr>
            <a:lvl5pPr>
              <a:buNone/>
              <a:defRPr sz="1575" b="1">
                <a:solidFill>
                  <a:srgbClr val="0B6FA4"/>
                </a:solidFill>
              </a:defRPr>
            </a:lvl5pPr>
            <a:lvl6pPr>
              <a:buNone/>
              <a:defRPr sz="1575" b="1">
                <a:solidFill>
                  <a:srgbClr val="0B6FA4"/>
                </a:solidFill>
              </a:defRPr>
            </a:lvl6pPr>
            <a:lvl7pPr>
              <a:buNone/>
              <a:defRPr sz="1575" b="1">
                <a:solidFill>
                  <a:srgbClr val="0B6FA4"/>
                </a:solidFill>
              </a:defRPr>
            </a:lvl7pPr>
            <a:lvl8pPr>
              <a:buNone/>
              <a:defRPr sz="1575" b="1">
                <a:solidFill>
                  <a:srgbClr val="0B6FA4"/>
                </a:solidFill>
              </a:defRPr>
            </a:lvl8pPr>
            <a:lvl9pPr>
              <a:buNone/>
              <a:defRPr sz="15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0B6FA4"/>
                </a:solidFill>
              </a:defRPr>
            </a:pPr>
            <a:r>
              <a:rPr sz="1575" b="1">
                <a:solidFill>
                  <a:srgbClr val="0B6FA4"/>
                </a:solidFill>
              </a:rPr>
              <a:t>Public news 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7931E-42D8-427A-ABA2-2DA87FA5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3202C"/>
                </a:solidFill>
              </a:defRPr>
            </a:defPPr>
            <a:lvl1pPr>
              <a:buNone/>
              <a:defRPr sz="1500">
                <a:solidFill>
                  <a:srgbClr val="13202C"/>
                </a:solidFill>
              </a:defRPr>
            </a:lvl1pPr>
            <a:lvl2pPr>
              <a:buNone/>
              <a:defRPr sz="1500">
                <a:solidFill>
                  <a:srgbClr val="13202C"/>
                </a:solidFill>
              </a:defRPr>
            </a:lvl2pPr>
            <a:lvl3pPr>
              <a:buNone/>
              <a:defRPr sz="1500">
                <a:solidFill>
                  <a:srgbClr val="13202C"/>
                </a:solidFill>
              </a:defRPr>
            </a:lvl3pPr>
            <a:lvl4pPr>
              <a:buNone/>
              <a:defRPr sz="1500">
                <a:solidFill>
                  <a:srgbClr val="13202C"/>
                </a:solidFill>
              </a:defRPr>
            </a:lvl4pPr>
            <a:lvl5pPr>
              <a:buNone/>
              <a:defRPr sz="1500">
                <a:solidFill>
                  <a:srgbClr val="13202C"/>
                </a:solidFill>
              </a:defRPr>
            </a:lvl5pPr>
            <a:lvl6pPr>
              <a:buNone/>
              <a:defRPr sz="1500">
                <a:solidFill>
                  <a:srgbClr val="13202C"/>
                </a:solidFill>
              </a:defRPr>
            </a:lvl6pPr>
            <a:lvl7pPr>
              <a:buNone/>
              <a:defRPr sz="1500">
                <a:solidFill>
                  <a:srgbClr val="13202C"/>
                </a:solidFill>
              </a:defRPr>
            </a:lvl7pPr>
            <a:lvl8pPr>
              <a:buNone/>
              <a:defRPr sz="1500">
                <a:solidFill>
                  <a:srgbClr val="13202C"/>
                </a:solidFill>
              </a:defRPr>
            </a:lvl8pPr>
            <a:lvl9pPr>
              <a:buNone/>
              <a:defRPr sz="15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13202C"/>
                </a:solidFill>
              </a:defRPr>
            </a:pPr>
            <a:r>
              <a:rPr sz="1500">
                <a:solidFill>
                  <a:srgbClr val="13202C"/>
                </a:solidFill>
              </a:rPr>
              <a:t>A school approved public page can share sports results, event updates, achievements, calendars, notices, and selected documents. Private learner information stays inside authenticated views.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9D42D-9F65-4DB5-B116-F92FDC9B8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d530c16594721"/>
          <a:stretch xmlns:a="http://schemas.openxmlformats.org/drawingml/2006/main"/>
        </p:blipFill>
        <p:spPr>
          <a:xfrm xmlns:a="http://schemas.openxmlformats.org/drawingml/2006/main">
            <a:off x="5316855" y="1581150"/>
            <a:ext cx="6187440" cy="386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E9D6B-AFB4-4B7B-A978-896A529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Draft shown with synthetic demonstration content and not published.</a:t>
            </a:r>
          </a:p>
        </p:txBody>
      </p:sp>
    </p:spTree>
    <p:extLst>
      <p:ext uri="{BB962C8B-B14F-4D97-AF65-F5344CB8AC3E}">
        <p14:creationId xmlns:p14="http://schemas.microsoft.com/office/powerpoint/2010/main" val="1353746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7051A-D6EE-4C58-93EA-3AC3191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buNone/>
              <a:defRPr sz="2400" b="1">
                <a:solidFill>
                  <a:srgbClr val="0F315D"/>
                </a:solidFill>
              </a:defRPr>
            </a:lvl1pPr>
            <a:lvl2pPr>
              <a:buNone/>
              <a:defRPr sz="2400" b="1">
                <a:solidFill>
                  <a:srgbClr val="0F315D"/>
                </a:solidFill>
              </a:defRPr>
            </a:lvl2pPr>
            <a:lvl3pPr>
              <a:buNone/>
              <a:defRPr sz="2400" b="1">
                <a:solidFill>
                  <a:srgbClr val="0F315D"/>
                </a:solidFill>
              </a:defRPr>
            </a:lvl3pPr>
            <a:lvl4pPr>
              <a:buNone/>
              <a:defRPr sz="2400" b="1">
                <a:solidFill>
                  <a:srgbClr val="0F315D"/>
                </a:solidFill>
              </a:defRPr>
            </a:lvl4pPr>
            <a:lvl5pPr>
              <a:buNone/>
              <a:defRPr sz="2400" b="1">
                <a:solidFill>
                  <a:srgbClr val="0F315D"/>
                </a:solidFill>
              </a:defRPr>
            </a:lvl5pPr>
            <a:lvl6pPr>
              <a:buNone/>
              <a:defRPr sz="2400" b="1">
                <a:solidFill>
                  <a:srgbClr val="0F315D"/>
                </a:solidFill>
              </a:defRPr>
            </a:lvl6pPr>
            <a:lvl7pPr>
              <a:buNone/>
              <a:defRPr sz="2400" b="1">
                <a:solidFill>
                  <a:srgbClr val="0F315D"/>
                </a:solidFill>
              </a:defRPr>
            </a:lvl7pPr>
            <a:lvl8pPr>
              <a:buNone/>
              <a:defRPr sz="2400" b="1">
                <a:solidFill>
                  <a:srgbClr val="0F315D"/>
                </a:solidFill>
              </a:defRPr>
            </a:lvl8pPr>
            <a:lvl9pPr>
              <a:buNone/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Configuration for each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89CE5-36F7-4899-9E37-3430235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buNone/>
              <a:defRPr sz="1275">
                <a:solidFill>
                  <a:srgbClr val="5D6873"/>
                </a:solidFill>
              </a:defRPr>
            </a:lvl1pPr>
            <a:lvl2pPr>
              <a:buNone/>
              <a:defRPr sz="1275">
                <a:solidFill>
                  <a:srgbClr val="5D6873"/>
                </a:solidFill>
              </a:defRPr>
            </a:lvl2pPr>
            <a:lvl3pPr>
              <a:buNone/>
              <a:defRPr sz="1275">
                <a:solidFill>
                  <a:srgbClr val="5D6873"/>
                </a:solidFill>
              </a:defRPr>
            </a:lvl3pPr>
            <a:lvl4pPr>
              <a:buNone/>
              <a:defRPr sz="1275">
                <a:solidFill>
                  <a:srgbClr val="5D6873"/>
                </a:solidFill>
              </a:defRPr>
            </a:lvl4pPr>
            <a:lvl5pPr>
              <a:buNone/>
              <a:defRPr sz="1275">
                <a:solidFill>
                  <a:srgbClr val="5D6873"/>
                </a:solidFill>
              </a:defRPr>
            </a:lvl5pPr>
            <a:lvl6pPr>
              <a:buNone/>
              <a:defRPr sz="1275">
                <a:solidFill>
                  <a:srgbClr val="5D6873"/>
                </a:solidFill>
              </a:defRPr>
            </a:lvl6pPr>
            <a:lvl7pPr>
              <a:buNone/>
              <a:defRPr sz="1275">
                <a:solidFill>
                  <a:srgbClr val="5D6873"/>
                </a:solidFill>
              </a:defRPr>
            </a:lvl7pPr>
            <a:lvl8pPr>
              <a:buNone/>
              <a:defRPr sz="1275">
                <a:solidFill>
                  <a:srgbClr val="5D6873"/>
                </a:solidFill>
              </a:defRPr>
            </a:lvl8pPr>
            <a:lvl9pPr>
              <a:buNone/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The pilot fixes the first workflow while preserving room for later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7200D-6FCF-4AEF-9EF9-C48F0EC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buNone/>
              <a:defRPr sz="1125" b="1">
                <a:solidFill>
                  <a:srgbClr val="0B6FA4"/>
                </a:solidFill>
              </a:defRPr>
            </a:lvl1pPr>
            <a:lvl2pPr algn="r">
              <a:buNone/>
              <a:defRPr sz="1125" b="1">
                <a:solidFill>
                  <a:srgbClr val="0B6FA4"/>
                </a:solidFill>
              </a:defRPr>
            </a:lvl2pPr>
            <a:lvl3pPr algn="r">
              <a:buNone/>
              <a:defRPr sz="1125" b="1">
                <a:solidFill>
                  <a:srgbClr val="0B6FA4"/>
                </a:solidFill>
              </a:defRPr>
            </a:lvl3pPr>
            <a:lvl4pPr algn="r">
              <a:buNone/>
              <a:defRPr sz="1125" b="1">
                <a:solidFill>
                  <a:srgbClr val="0B6FA4"/>
                </a:solidFill>
              </a:defRPr>
            </a:lvl4pPr>
            <a:lvl5pPr algn="r">
              <a:buNone/>
              <a:defRPr sz="1125" b="1">
                <a:solidFill>
                  <a:srgbClr val="0B6FA4"/>
                </a:solidFill>
              </a:defRPr>
            </a:lvl5pPr>
            <a:lvl6pPr algn="r">
              <a:buNone/>
              <a:defRPr sz="1125" b="1">
                <a:solidFill>
                  <a:srgbClr val="0B6FA4"/>
                </a:solidFill>
              </a:defRPr>
            </a:lvl6pPr>
            <a:lvl7pPr algn="r">
              <a:buNone/>
              <a:defRPr sz="1125" b="1">
                <a:solidFill>
                  <a:srgbClr val="0B6FA4"/>
                </a:solidFill>
              </a:defRPr>
            </a:lvl7pPr>
            <a:lvl8pPr algn="r">
              <a:buNone/>
              <a:defRPr sz="1125" b="1">
                <a:solidFill>
                  <a:srgbClr val="0B6FA4"/>
                </a:solidFill>
              </a:defRPr>
            </a:lvl8pPr>
            <a:lvl9pPr algn="r">
              <a:buNone/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16D0A-9F6D-4943-93A8-876FD81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CB6B8-4426-4B63-B235-2598DF22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buNone/>
              <a:defRPr sz="900">
                <a:solidFill>
                  <a:srgbClr val="5D6873"/>
                </a:solidFill>
              </a:defRPr>
            </a:lvl1pPr>
            <a:lvl2pPr algn="r">
              <a:buNone/>
              <a:defRPr sz="900">
                <a:solidFill>
                  <a:srgbClr val="5D6873"/>
                </a:solidFill>
              </a:defRPr>
            </a:lvl2pPr>
            <a:lvl3pPr algn="r">
              <a:buNone/>
              <a:defRPr sz="900">
                <a:solidFill>
                  <a:srgbClr val="5D6873"/>
                </a:solidFill>
              </a:defRPr>
            </a:lvl3pPr>
            <a:lvl4pPr algn="r">
              <a:buNone/>
              <a:defRPr sz="900">
                <a:solidFill>
                  <a:srgbClr val="5D6873"/>
                </a:solidFill>
              </a:defRPr>
            </a:lvl4pPr>
            <a:lvl5pPr algn="r">
              <a:buNone/>
              <a:defRPr sz="900">
                <a:solidFill>
                  <a:srgbClr val="5D6873"/>
                </a:solidFill>
              </a:defRPr>
            </a:lvl5pPr>
            <a:lvl6pPr algn="r">
              <a:buNone/>
              <a:defRPr sz="900">
                <a:solidFill>
                  <a:srgbClr val="5D6873"/>
                </a:solidFill>
              </a:defRPr>
            </a:lvl6pPr>
            <a:lvl7pPr algn="r">
              <a:buNone/>
              <a:defRPr sz="900">
                <a:solidFill>
                  <a:srgbClr val="5D6873"/>
                </a:solidFill>
              </a:defRPr>
            </a:lvl7pPr>
            <a:lvl8pPr algn="r">
              <a:buNone/>
              <a:defRPr sz="900">
                <a:solidFill>
                  <a:srgbClr val="5D6873"/>
                </a:solidFill>
              </a:defRPr>
            </a:lvl8pPr>
            <a:lvl9pPr algn="r">
              <a:buNone/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33715-7F9D-4260-82F2-95CB787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buNone/>
              <a:defRPr sz="1425" b="1">
                <a:solidFill>
                  <a:srgbClr val="1B8A72"/>
                </a:solidFill>
              </a:defRPr>
            </a:lvl1pPr>
            <a:lvl2pPr>
              <a:buNone/>
              <a:defRPr sz="1425" b="1">
                <a:solidFill>
                  <a:srgbClr val="1B8A72"/>
                </a:solidFill>
              </a:defRPr>
            </a:lvl2pPr>
            <a:lvl3pPr>
              <a:buNone/>
              <a:defRPr sz="1425" b="1">
                <a:solidFill>
                  <a:srgbClr val="1B8A72"/>
                </a:solidFill>
              </a:defRPr>
            </a:lvl3pPr>
            <a:lvl4pPr>
              <a:buNone/>
              <a:defRPr sz="1425" b="1">
                <a:solidFill>
                  <a:srgbClr val="1B8A72"/>
                </a:solidFill>
              </a:defRPr>
            </a:lvl4pPr>
            <a:lvl5pPr>
              <a:buNone/>
              <a:defRPr sz="1425" b="1">
                <a:solidFill>
                  <a:srgbClr val="1B8A72"/>
                </a:solidFill>
              </a:defRPr>
            </a:lvl5pPr>
            <a:lvl6pPr>
              <a:buNone/>
              <a:defRPr sz="1425" b="1">
                <a:solidFill>
                  <a:srgbClr val="1B8A72"/>
                </a:solidFill>
              </a:defRPr>
            </a:lvl6pPr>
            <a:lvl7pPr>
              <a:buNone/>
              <a:defRPr sz="1425" b="1">
                <a:solidFill>
                  <a:srgbClr val="1B8A72"/>
                </a:solidFill>
              </a:defRPr>
            </a:lvl7pPr>
            <a:lvl8pPr>
              <a:buNone/>
              <a:defRPr sz="1425" b="1">
                <a:solidFill>
                  <a:srgbClr val="1B8A72"/>
                </a:solidFill>
              </a:defRPr>
            </a:lvl8pPr>
            <a:lvl9pPr>
              <a:buNone/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Roles and permissions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4CAE3-1ED6-4B0A-A1F5-2EFDC17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525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Named responsibilities, approval rights, parent visibility, and module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00431-B1EE-40D1-AA53-51DD868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CAEE0-0D5E-481E-B389-299137C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buNone/>
              <a:defRPr sz="1425" b="1">
                <a:solidFill>
                  <a:srgbClr val="0B6FA4"/>
                </a:solidFill>
              </a:defRPr>
            </a:lvl1pPr>
            <a:lvl2pPr>
              <a:buNone/>
              <a:defRPr sz="1425" b="1">
                <a:solidFill>
                  <a:srgbClr val="0B6FA4"/>
                </a:solidFill>
              </a:defRPr>
            </a:lvl2pPr>
            <a:lvl3pPr>
              <a:buNone/>
              <a:defRPr sz="1425" b="1">
                <a:solidFill>
                  <a:srgbClr val="0B6FA4"/>
                </a:solidFill>
              </a:defRPr>
            </a:lvl3pPr>
            <a:lvl4pPr>
              <a:buNone/>
              <a:defRPr sz="1425" b="1">
                <a:solidFill>
                  <a:srgbClr val="0B6FA4"/>
                </a:solidFill>
              </a:defRPr>
            </a:lvl4pPr>
            <a:lvl5pPr>
              <a:buNone/>
              <a:defRPr sz="1425" b="1">
                <a:solidFill>
                  <a:srgbClr val="0B6FA4"/>
                </a:solidFill>
              </a:defRPr>
            </a:lvl5pPr>
            <a:lvl6pPr>
              <a:buNone/>
              <a:defRPr sz="1425" b="1">
                <a:solidFill>
                  <a:srgbClr val="0B6FA4"/>
                </a:solidFill>
              </a:defRPr>
            </a:lvl6pPr>
            <a:lvl7pPr>
              <a:buNone/>
              <a:defRPr sz="1425" b="1">
                <a:solidFill>
                  <a:srgbClr val="0B6FA4"/>
                </a:solidFill>
              </a:defRPr>
            </a:lvl7pPr>
            <a:lvl8pPr>
              <a:buNone/>
              <a:defRPr sz="1425" b="1">
                <a:solidFill>
                  <a:srgbClr val="0B6FA4"/>
                </a:solidFill>
              </a:defRPr>
            </a:lvl8pPr>
            <a:lvl9pPr>
              <a:buNone/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Academic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07136-B580-4E4A-9A70-58CA7DA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Terms, subjects, grading bands, assessment weights, report layouts, and class structures.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C5C5B-7A19-455D-A153-FCC9EAB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9D7C8-3710-43D9-84E7-47AC10D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buNone/>
              <a:defRPr sz="1425" b="1">
                <a:solidFill>
                  <a:srgbClr val="1B8A72"/>
                </a:solidFill>
              </a:defRPr>
            </a:lvl1pPr>
            <a:lvl2pPr>
              <a:buNone/>
              <a:defRPr sz="1425" b="1">
                <a:solidFill>
                  <a:srgbClr val="1B8A72"/>
                </a:solidFill>
              </a:defRPr>
            </a:lvl2pPr>
            <a:lvl3pPr>
              <a:buNone/>
              <a:defRPr sz="1425" b="1">
                <a:solidFill>
                  <a:srgbClr val="1B8A72"/>
                </a:solidFill>
              </a:defRPr>
            </a:lvl3pPr>
            <a:lvl4pPr>
              <a:buNone/>
              <a:defRPr sz="1425" b="1">
                <a:solidFill>
                  <a:srgbClr val="1B8A72"/>
                </a:solidFill>
              </a:defRPr>
            </a:lvl4pPr>
            <a:lvl5pPr>
              <a:buNone/>
              <a:defRPr sz="1425" b="1">
                <a:solidFill>
                  <a:srgbClr val="1B8A72"/>
                </a:solidFill>
              </a:defRPr>
            </a:lvl5pPr>
            <a:lvl6pPr>
              <a:buNone/>
              <a:defRPr sz="1425" b="1">
                <a:solidFill>
                  <a:srgbClr val="1B8A72"/>
                </a:solidFill>
              </a:defRPr>
            </a:lvl6pPr>
            <a:lvl7pPr>
              <a:buNone/>
              <a:defRPr sz="1425" b="1">
                <a:solidFill>
                  <a:srgbClr val="1B8A72"/>
                </a:solidFill>
              </a:defRPr>
            </a:lvl7pPr>
            <a:lvl8pPr>
              <a:buNone/>
              <a:defRPr sz="1425" b="1">
                <a:solidFill>
                  <a:srgbClr val="1B8A72"/>
                </a:solidFill>
              </a:defRPr>
            </a:lvl8pPr>
            <a:lvl9pPr>
              <a:buNone/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Data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6C76B-2817-4CFE-A07A-4EBF113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Import templates, required fields, validation rules, archive mapping, and optional OCR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E0513-67E0-48A6-8B07-6561F5F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22575-400C-4EFF-9196-929CBDE8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buNone/>
              <a:defRPr sz="1425" b="1">
                <a:solidFill>
                  <a:srgbClr val="0B6FA4"/>
                </a:solidFill>
              </a:defRPr>
            </a:lvl1pPr>
            <a:lvl2pPr>
              <a:buNone/>
              <a:defRPr sz="1425" b="1">
                <a:solidFill>
                  <a:srgbClr val="0B6FA4"/>
                </a:solidFill>
              </a:defRPr>
            </a:lvl2pPr>
            <a:lvl3pPr>
              <a:buNone/>
              <a:defRPr sz="1425" b="1">
                <a:solidFill>
                  <a:srgbClr val="0B6FA4"/>
                </a:solidFill>
              </a:defRPr>
            </a:lvl3pPr>
            <a:lvl4pPr>
              <a:buNone/>
              <a:defRPr sz="1425" b="1">
                <a:solidFill>
                  <a:srgbClr val="0B6FA4"/>
                </a:solidFill>
              </a:defRPr>
            </a:lvl4pPr>
            <a:lvl5pPr>
              <a:buNone/>
              <a:defRPr sz="1425" b="1">
                <a:solidFill>
                  <a:srgbClr val="0B6FA4"/>
                </a:solidFill>
              </a:defRPr>
            </a:lvl5pPr>
            <a:lvl6pPr>
              <a:buNone/>
              <a:defRPr sz="1425" b="1">
                <a:solidFill>
                  <a:srgbClr val="0B6FA4"/>
                </a:solidFill>
              </a:defRPr>
            </a:lvl6pPr>
            <a:lvl7pPr>
              <a:buNone/>
              <a:defRPr sz="1425" b="1">
                <a:solidFill>
                  <a:srgbClr val="0B6FA4"/>
                </a:solidFill>
              </a:defRPr>
            </a:lvl7pPr>
            <a:lvl8pPr>
              <a:buNone/>
              <a:defRPr sz="1425" b="1">
                <a:solidFill>
                  <a:srgbClr val="0B6FA4"/>
                </a:solidFill>
              </a:defRPr>
            </a:lvl8pPr>
            <a:lvl9pPr>
              <a:buNone/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Communications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30519-643C-4BAF-BC8E-5893A85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242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Sender identity, templates, audiences, schedules, SMS and email providers, then WhatsApp if approved.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886CF-4755-4CAF-96E3-3EE0881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0562F-CACD-4A8D-9575-D43A62C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buNone/>
              <a:defRPr sz="1425" b="1">
                <a:solidFill>
                  <a:srgbClr val="1B8A72"/>
                </a:solidFill>
              </a:defRPr>
            </a:lvl1pPr>
            <a:lvl2pPr>
              <a:buNone/>
              <a:defRPr sz="1425" b="1">
                <a:solidFill>
                  <a:srgbClr val="1B8A72"/>
                </a:solidFill>
              </a:defRPr>
            </a:lvl2pPr>
            <a:lvl3pPr>
              <a:buNone/>
              <a:defRPr sz="1425" b="1">
                <a:solidFill>
                  <a:srgbClr val="1B8A72"/>
                </a:solidFill>
              </a:defRPr>
            </a:lvl3pPr>
            <a:lvl4pPr>
              <a:buNone/>
              <a:defRPr sz="1425" b="1">
                <a:solidFill>
                  <a:srgbClr val="1B8A72"/>
                </a:solidFill>
              </a:defRPr>
            </a:lvl4pPr>
            <a:lvl5pPr>
              <a:buNone/>
              <a:defRPr sz="1425" b="1">
                <a:solidFill>
                  <a:srgbClr val="1B8A72"/>
                </a:solidFill>
              </a:defRPr>
            </a:lvl5pPr>
            <a:lvl6pPr>
              <a:buNone/>
              <a:defRPr sz="1425" b="1">
                <a:solidFill>
                  <a:srgbClr val="1B8A72"/>
                </a:solidFill>
              </a:defRPr>
            </a:lvl6pPr>
            <a:lvl7pPr>
              <a:buNone/>
              <a:defRPr sz="1425" b="1">
                <a:solidFill>
                  <a:srgbClr val="1B8A72"/>
                </a:solidFill>
              </a:defRPr>
            </a:lvl7pPr>
            <a:lvl8pPr>
              <a:buNone/>
              <a:defRPr sz="1425" b="1">
                <a:solidFill>
                  <a:srgbClr val="1B8A72"/>
                </a:solidFill>
              </a:defRPr>
            </a:lvl8pPr>
            <a:lvl9pPr>
              <a:buNone/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School presence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4E19F-0495-43F8-982E-611E276B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481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Branding, domain, parent portal, internal news, and an optional public updates page.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28AB9-AD7F-4D8F-9576-0AF1CD0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79A20-F141-4EC7-BA91-F3B04940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buNone/>
              <a:defRPr sz="1425" b="1">
                <a:solidFill>
                  <a:srgbClr val="0B6FA4"/>
                </a:solidFill>
              </a:defRPr>
            </a:lvl1pPr>
            <a:lvl2pPr>
              <a:buNone/>
              <a:defRPr sz="1425" b="1">
                <a:solidFill>
                  <a:srgbClr val="0B6FA4"/>
                </a:solidFill>
              </a:defRPr>
            </a:lvl2pPr>
            <a:lvl3pPr>
              <a:buNone/>
              <a:defRPr sz="1425" b="1">
                <a:solidFill>
                  <a:srgbClr val="0B6FA4"/>
                </a:solidFill>
              </a:defRPr>
            </a:lvl3pPr>
            <a:lvl4pPr>
              <a:buNone/>
              <a:defRPr sz="1425" b="1">
                <a:solidFill>
                  <a:srgbClr val="0B6FA4"/>
                </a:solidFill>
              </a:defRPr>
            </a:lvl4pPr>
            <a:lvl5pPr>
              <a:buNone/>
              <a:defRPr sz="1425" b="1">
                <a:solidFill>
                  <a:srgbClr val="0B6FA4"/>
                </a:solidFill>
              </a:defRPr>
            </a:lvl5pPr>
            <a:lvl6pPr>
              <a:buNone/>
              <a:defRPr sz="1425" b="1">
                <a:solidFill>
                  <a:srgbClr val="0B6FA4"/>
                </a:solidFill>
              </a:defRPr>
            </a:lvl6pPr>
            <a:lvl7pPr>
              <a:buNone/>
              <a:defRPr sz="1425" b="1">
                <a:solidFill>
                  <a:srgbClr val="0B6FA4"/>
                </a:solidFill>
              </a:defRPr>
            </a:lvl7pPr>
            <a:lvl8pPr>
              <a:buNone/>
              <a:defRPr sz="1425" b="1">
                <a:solidFill>
                  <a:srgbClr val="0B6FA4"/>
                </a:solidFill>
              </a:defRPr>
            </a:lvl8pPr>
            <a:lvl9pPr>
              <a:buNone/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BDB9B-80A3-4D9C-866D-8BB6E30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720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buNone/>
              <a:defRPr sz="1350">
                <a:solidFill>
                  <a:srgbClr val="13202C"/>
                </a:solidFill>
              </a:defRPr>
            </a:lvl1pPr>
            <a:lvl2pPr>
              <a:buNone/>
              <a:defRPr sz="1350">
                <a:solidFill>
                  <a:srgbClr val="13202C"/>
                </a:solidFill>
              </a:defRPr>
            </a:lvl2pPr>
            <a:lvl3pPr>
              <a:buNone/>
              <a:defRPr sz="1350">
                <a:solidFill>
                  <a:srgbClr val="13202C"/>
                </a:solidFill>
              </a:defRPr>
            </a:lvl3pPr>
            <a:lvl4pPr>
              <a:buNone/>
              <a:defRPr sz="1350">
                <a:solidFill>
                  <a:srgbClr val="13202C"/>
                </a:solidFill>
              </a:defRPr>
            </a:lvl4pPr>
            <a:lvl5pPr>
              <a:buNone/>
              <a:defRPr sz="1350">
                <a:solidFill>
                  <a:srgbClr val="13202C"/>
                </a:solidFill>
              </a:defRPr>
            </a:lvl5pPr>
            <a:lvl6pPr>
              <a:buNone/>
              <a:defRPr sz="1350">
                <a:solidFill>
                  <a:srgbClr val="13202C"/>
                </a:solidFill>
              </a:defRPr>
            </a:lvl6pPr>
            <a:lvl7pPr>
              <a:buNone/>
              <a:defRPr sz="1350">
                <a:solidFill>
                  <a:srgbClr val="13202C"/>
                </a:solidFill>
              </a:defRPr>
            </a:lvl7pPr>
            <a:lvl8pPr>
              <a:buNone/>
              <a:defRPr sz="1350">
                <a:solidFill>
                  <a:srgbClr val="13202C"/>
                </a:solidFill>
              </a:defRPr>
            </a:lvl8pPr>
            <a:lvl9pPr>
              <a:buNone/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Managed API access, payments, exports, and approved connections to existing services.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C90B-4DEA-4470-94FB-CE3D298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F315D"/>
                </a:solidFill>
              </a:defRPr>
            </a:defPPr>
            <a:lvl1pPr>
              <a:buNone/>
              <a:defRPr sz="1275" b="1">
                <a:solidFill>
                  <a:srgbClr val="0F315D"/>
                </a:solidFill>
              </a:defRPr>
            </a:lvl1pPr>
            <a:lvl2pPr>
              <a:buNone/>
              <a:defRPr sz="1275" b="1">
                <a:solidFill>
                  <a:srgbClr val="0F315D"/>
                </a:solidFill>
              </a:defRPr>
            </a:lvl2pPr>
            <a:lvl3pPr>
              <a:buNone/>
              <a:defRPr sz="1275" b="1">
                <a:solidFill>
                  <a:srgbClr val="0F315D"/>
                </a:solidFill>
              </a:defRPr>
            </a:lvl3pPr>
            <a:lvl4pPr>
              <a:buNone/>
              <a:defRPr sz="1275" b="1">
                <a:solidFill>
                  <a:srgbClr val="0F315D"/>
                </a:solidFill>
              </a:defRPr>
            </a:lvl4pPr>
            <a:lvl5pPr>
              <a:buNone/>
              <a:defRPr sz="1275" b="1">
                <a:solidFill>
                  <a:srgbClr val="0F315D"/>
                </a:solidFill>
              </a:defRPr>
            </a:lvl5pPr>
            <a:lvl6pPr>
              <a:buNone/>
              <a:defRPr sz="1275" b="1">
                <a:solidFill>
                  <a:srgbClr val="0F315D"/>
                </a:solidFill>
              </a:defRPr>
            </a:lvl6pPr>
            <a:lvl7pPr>
              <a:buNone/>
              <a:defRPr sz="1275" b="1">
                <a:solidFill>
                  <a:srgbClr val="0F315D"/>
                </a:solidFill>
              </a:defRPr>
            </a:lvl7pPr>
            <a:lvl8pPr>
              <a:buNone/>
              <a:defRPr sz="1275" b="1">
                <a:solidFill>
                  <a:srgbClr val="0F315D"/>
                </a:solidFill>
              </a:defRPr>
            </a:lvl8pPr>
            <a:lvl9pPr>
              <a:buNone/>
              <a:defRPr sz="1275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F315D"/>
                </a:solidFill>
              </a:defRPr>
            </a:pPr>
            <a:r>
              <a:rPr sz="1275" b="1">
                <a:solidFill>
                  <a:srgbClr val="0F315D"/>
                </a:solidFill>
              </a:rPr>
              <a:t>The implementation plan should enable modules in phases, with a price, owner, test, and acceptance condition for each phase.</a:t>
            </a:r>
          </a:p>
        </p:txBody>
      </p:sp>
    </p:spTree>
    <p:extLst>
      <p:ext uri="{BB962C8B-B14F-4D97-AF65-F5344CB8AC3E}">
        <p14:creationId xmlns:p14="http://schemas.microsoft.com/office/powerpoint/2010/main" val="486424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E761F-274B-4BC4-8F17-7B7B09A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Proposed 30 day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0E91-2F88-4B19-BFFD-0135340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 controlled evaluation using agreed data and named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961C0-806A-4276-BC79-1C05474E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098C-5462-4E3A-B77B-4831A20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06E7E-8C17-4D1A-8233-D2C7721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6FDF-3CD0-446B-A654-381CAF0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DA1D-37A2-4C4E-9A42-735A134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Confirm scope, clean one data file, configure users and academic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DF393-9ABB-4419-8C7E-BFDC68E6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FB710-6146-4A4C-9C8F-E650FD0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6308-2B7D-4669-9E38-A6B89B9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95A3A-793A-43E9-B782-DB1FCB4F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Train the administrator and teachers on the agreed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E69C-67D6-427F-8E22-7417C80B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A9C4E-B34D-451C-AE40-1906885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BB90-09C4-4AFD-8AD7-2006F78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4B7D9-C117-4154-B783-4A00FC0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Run student records, marks, results, and attendance with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10D3E-998F-4E4B-81AA-38E8ED45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919D3-C1F6-4A46-B1A0-863621A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E21A4-F1CA-427D-A0B1-FCBDEF35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E9A3B-E7BF-4F3E-A660-70A3B44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Measure time saved, corrections, adoption, and the next rollout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A296B-5F3C-41BF-840E-DEDF472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D97706"/>
                </a:solidFill>
              </a:defRPr>
            </a:defPPr>
            <a:lvl1pPr algn="l">
              <a:buNone/>
              <a:defRPr sz="1125" b="1" i="0">
                <a:solidFill>
                  <a:srgbClr val="D97706"/>
                </a:solidFill>
              </a:defRPr>
            </a:lvl1pPr>
            <a:lvl2pPr algn="l">
              <a:buNone/>
              <a:defRPr sz="1125" b="1" i="0">
                <a:solidFill>
                  <a:srgbClr val="D97706"/>
                </a:solidFill>
              </a:defRPr>
            </a:lvl2pPr>
            <a:lvl3pPr algn="l">
              <a:buNone/>
              <a:defRPr sz="1125" b="1" i="0">
                <a:solidFill>
                  <a:srgbClr val="D97706"/>
                </a:solidFill>
              </a:defRPr>
            </a:lvl3pPr>
            <a:lvl4pPr algn="l">
              <a:buNone/>
              <a:defRPr sz="1125" b="1" i="0">
                <a:solidFill>
                  <a:srgbClr val="D97706"/>
                </a:solidFill>
              </a:defRPr>
            </a:lvl4pPr>
            <a:lvl5pPr algn="l">
              <a:buNone/>
              <a:defRPr sz="1125" b="1" i="0">
                <a:solidFill>
                  <a:srgbClr val="D97706"/>
                </a:solidFill>
              </a:defRPr>
            </a:lvl5pPr>
            <a:lvl6pPr algn="l">
              <a:buNone/>
              <a:defRPr sz="1125" b="1" i="0">
                <a:solidFill>
                  <a:srgbClr val="D97706"/>
                </a:solidFill>
              </a:defRPr>
            </a:lvl6pPr>
            <a:lvl7pPr algn="l">
              <a:buNone/>
              <a:defRPr sz="1125" b="1" i="0">
                <a:solidFill>
                  <a:srgbClr val="D97706"/>
                </a:solidFill>
              </a:defRPr>
            </a:lvl7pPr>
            <a:lvl8pPr algn="l">
              <a:buNone/>
              <a:defRPr sz="1125" b="1" i="0">
                <a:solidFill>
                  <a:srgbClr val="D97706"/>
                </a:solidFill>
              </a:defRPr>
            </a:lvl8pPr>
            <a:lvl9pPr algn="l">
              <a:buNone/>
              <a:defRPr sz="1125" b="1" i="0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Pilot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AC0A1-E7AD-418C-B04A-A00E30E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436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Up to 500 active learners, one administrator, up to 10 teachers, and synthetic or school approved data only.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64E6E-782F-4BE2-9E6E-68A0D680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7227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1DCC0-01DC-4611-A165-C5E52D3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Recommended pilot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225AA-AB99-4729-B753-E41A9CD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Starting proposal in US dollars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A8A5-EBEE-4959-B0C5-9F39807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9C46-D27C-4057-BED3-AB4D5B93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65117-88E6-4BA4-BAC2-CB32B60E3888}"/>
              </a:ext>
            </a:extLst>
          </p:cNvPr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6572250"/>
                <a:gridCol w="175260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Included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30 day pilot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Configuration, one clean import, one administrator, up to 10 teachers, training, 30-day pilot hosting, database, backups, and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once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Up to 500 learners, student records, Fast Marks, assessments, results, report cards, attendance, and exports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US$179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Operations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 plus finance, timetable, communications, behaviour, parent portal, and priority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Public API access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One documented integration, scoped credentials, logs, standard rate limit, and key rotation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US$49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Managed domain and hosting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Railway deployment, custom domain, HTTPS, standard service monitoring, and routine platform maintenance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US$50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0C42-98E0-4404-AD05-EFB5063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Pilot fee credit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76174-08B6-41C3-9836-412D63AF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If the school signs the Academic or Operations plan within 14 days of the pilot review, apply the US$299 pilot fee toward the standard US$350 onboarding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E30C-083B-485C-B86F-C833622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5D6873"/>
                </a:solidFill>
              </a:defRPr>
            </a:defPPr>
            <a:lvl1pPr algn="l">
              <a:buNone/>
              <a:defRPr sz="1050" b="0" i="0">
                <a:solidFill>
                  <a:srgbClr val="5D6873"/>
                </a:solidFill>
              </a:defRPr>
            </a:lvl1pPr>
            <a:lvl2pPr algn="l">
              <a:buNone/>
              <a:defRPr sz="1050" b="0" i="0">
                <a:solidFill>
                  <a:srgbClr val="5D6873"/>
                </a:solidFill>
              </a:defRPr>
            </a:lvl2pPr>
            <a:lvl3pPr algn="l">
              <a:buNone/>
              <a:defRPr sz="1050" b="0" i="0">
                <a:solidFill>
                  <a:srgbClr val="5D6873"/>
                </a:solidFill>
              </a:defRPr>
            </a:lvl3pPr>
            <a:lvl4pPr algn="l">
              <a:buNone/>
              <a:defRPr sz="1050" b="0" i="0">
                <a:solidFill>
                  <a:srgbClr val="5D6873"/>
                </a:solidFill>
              </a:defRPr>
            </a:lvl4pPr>
            <a:lvl5pPr algn="l">
              <a:buNone/>
              <a:defRPr sz="1050" b="0" i="0">
                <a:solidFill>
                  <a:srgbClr val="5D6873"/>
                </a:solidFill>
              </a:defRPr>
            </a:lvl5pPr>
            <a:lvl6pPr algn="l">
              <a:buNone/>
              <a:defRPr sz="1050" b="0" i="0">
                <a:solidFill>
                  <a:srgbClr val="5D6873"/>
                </a:solidFill>
              </a:defRPr>
            </a:lvl6pPr>
            <a:lvl7pPr algn="l">
              <a:buNone/>
              <a:defRPr sz="1050" b="0" i="0">
                <a:solidFill>
                  <a:srgbClr val="5D6873"/>
                </a:solidFill>
              </a:defRPr>
            </a:lvl7pPr>
            <a:lvl8pPr algn="l">
              <a:buNone/>
              <a:defRPr sz="1050" b="0" i="0">
                <a:solidFill>
                  <a:srgbClr val="5D6873"/>
                </a:solidFill>
              </a:defRPr>
            </a:lvl8pPr>
            <a:lvl9pPr algn="l">
              <a:buNone/>
              <a:defRPr sz="105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5D6873"/>
                </a:solidFill>
              </a:defRPr>
            </a:pPr>
            <a:r>
              <a:rPr sz="1050" b="0" i="0">
                <a:solidFill>
                  <a:srgbClr val="5D6873"/>
                </a:solidFill>
              </a:rPr>
              <a:t>SMS, email, payment provider fees, dedicated database resources, complex data cleaning, taxes, and custom integrations remain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7698-81CB-455F-93DA-EDA333D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72665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C784-39A3-4209-AD5B-AB572CE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buNone/>
              <a:defRPr sz="2550" b="1" i="0">
                <a:solidFill>
                  <a:srgbClr val="FFFFFF"/>
                </a:solidFill>
              </a:defRPr>
            </a:lvl1pPr>
            <a:lvl2pPr algn="l">
              <a:buNone/>
              <a:defRPr sz="2550" b="1" i="0">
                <a:solidFill>
                  <a:srgbClr val="FFFFFF"/>
                </a:solidFill>
              </a:defRPr>
            </a:lvl2pPr>
            <a:lvl3pPr algn="l">
              <a:buNone/>
              <a:defRPr sz="2550" b="1" i="0">
                <a:solidFill>
                  <a:srgbClr val="FFFFFF"/>
                </a:solidFill>
              </a:defRPr>
            </a:lvl3pPr>
            <a:lvl4pPr algn="l">
              <a:buNone/>
              <a:defRPr sz="2550" b="1" i="0">
                <a:solidFill>
                  <a:srgbClr val="FFFFFF"/>
                </a:solidFill>
              </a:defRPr>
            </a:lvl4pPr>
            <a:lvl5pPr algn="l">
              <a:buNone/>
              <a:defRPr sz="2550" b="1" i="0">
                <a:solidFill>
                  <a:srgbClr val="FFFFFF"/>
                </a:solidFill>
              </a:defRPr>
            </a:lvl5pPr>
            <a:lvl6pPr algn="l">
              <a:buNone/>
              <a:defRPr sz="2550" b="1" i="0">
                <a:solidFill>
                  <a:srgbClr val="FFFFFF"/>
                </a:solidFill>
              </a:defRPr>
            </a:lvl6pPr>
            <a:lvl7pPr algn="l">
              <a:buNone/>
              <a:defRPr sz="2550" b="1" i="0">
                <a:solidFill>
                  <a:srgbClr val="FFFFFF"/>
                </a:solidFill>
              </a:defRPr>
            </a:lvl7pPr>
            <a:lvl8pPr algn="l">
              <a:buNone/>
              <a:defRPr sz="2550" b="1" i="0">
                <a:solidFill>
                  <a:srgbClr val="FFFFFF"/>
                </a:solidFill>
              </a:defRPr>
            </a:lvl8pPr>
            <a:lvl9pPr algn="l">
              <a:buNone/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Technical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A13E-9FD2-4606-B5E9-0B07DEE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9D0E0"/>
                </a:solidFill>
              </a:defRPr>
            </a:defPPr>
            <a:lvl1pPr algn="l">
              <a:buNone/>
              <a:defRPr sz="1350" b="0" i="0">
                <a:solidFill>
                  <a:srgbClr val="B9D0E0"/>
                </a:solidFill>
              </a:defRPr>
            </a:lvl1pPr>
            <a:lvl2pPr algn="l">
              <a:buNone/>
              <a:defRPr sz="1350" b="0" i="0">
                <a:solidFill>
                  <a:srgbClr val="B9D0E0"/>
                </a:solidFill>
              </a:defRPr>
            </a:lvl2pPr>
            <a:lvl3pPr algn="l">
              <a:buNone/>
              <a:defRPr sz="1350" b="0" i="0">
                <a:solidFill>
                  <a:srgbClr val="B9D0E0"/>
                </a:solidFill>
              </a:defRPr>
            </a:lvl3pPr>
            <a:lvl4pPr algn="l">
              <a:buNone/>
              <a:defRPr sz="1350" b="0" i="0">
                <a:solidFill>
                  <a:srgbClr val="B9D0E0"/>
                </a:solidFill>
              </a:defRPr>
            </a:lvl4pPr>
            <a:lvl5pPr algn="l">
              <a:buNone/>
              <a:defRPr sz="1350" b="0" i="0">
                <a:solidFill>
                  <a:srgbClr val="B9D0E0"/>
                </a:solidFill>
              </a:defRPr>
            </a:lvl5pPr>
            <a:lvl6pPr algn="l">
              <a:buNone/>
              <a:defRPr sz="1350" b="0" i="0">
                <a:solidFill>
                  <a:srgbClr val="B9D0E0"/>
                </a:solidFill>
              </a:defRPr>
            </a:lvl6pPr>
            <a:lvl7pPr algn="l">
              <a:buNone/>
              <a:defRPr sz="1350" b="0" i="0">
                <a:solidFill>
                  <a:srgbClr val="B9D0E0"/>
                </a:solidFill>
              </a:defRPr>
            </a:lvl7pPr>
            <a:lvl8pPr algn="l">
              <a:buNone/>
              <a:defRPr sz="1350" b="0" i="0">
                <a:solidFill>
                  <a:srgbClr val="B9D0E0"/>
                </a:solidFill>
              </a:defRPr>
            </a:lvl8pPr>
            <a:lvl9pPr algn="l">
              <a:buNone/>
              <a:defRPr sz="1350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B9D0E0"/>
                </a:solidFill>
              </a:defRPr>
            </a:pPr>
            <a:r>
              <a:rPr sz="1350" b="0" i="0">
                <a:solidFill>
                  <a:srgbClr val="B9D0E0"/>
                </a:solidFill>
              </a:rPr>
              <a:t>Current implementation and hosting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D8399-2FCF-487A-B515-780C978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4F60-461F-4AE2-B89B-77C78A3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React 19, Vite 8, Tailwind CSS 4, Axios, Laravel 13, PHP 8.4, Sanctum, DOMPDF, and Paynow 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1CF5-E8A9-4EBE-A0C6-6EC55C6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Data and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43CCE-17DF-4C51-B038-0B061C8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Managed MySQL, Redis queues and cache, encrypted sessions, backups, scheduler, worker, logs, and health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1C4AD-519A-4F6D-9CDF-49AA7A88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A7213-871E-44A7-A6B3-68849CD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Docker deployment on Railway with separate web, worker, scheduler, MySQL, and Redis services behind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6CD5-02A4-46D4-A56E-5E5734E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36F2-773E-4879-A59C-E189AAD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  <a:lvl1pPr algn="l">
              <a:buNone/>
              <a:defRPr sz="1725" b="1" i="0">
                <a:solidFill>
                  <a:srgbClr val="FFFFFF"/>
                </a:solidFill>
              </a:defRPr>
            </a:lvl1pPr>
            <a:lvl2pPr algn="l">
              <a:buNone/>
              <a:defRPr sz="1725" b="1" i="0">
                <a:solidFill>
                  <a:srgbClr val="FFFFFF"/>
                </a:solidFill>
              </a:defRPr>
            </a:lvl2pPr>
            <a:lvl3pPr algn="l">
              <a:buNone/>
              <a:defRPr sz="1725" b="1" i="0">
                <a:solidFill>
                  <a:srgbClr val="FFFFFF"/>
                </a:solidFill>
              </a:defRPr>
            </a:lvl3pPr>
            <a:lvl4pPr algn="l">
              <a:buNone/>
              <a:defRPr sz="1725" b="1" i="0">
                <a:solidFill>
                  <a:srgbClr val="FFFFFF"/>
                </a:solidFill>
              </a:defRPr>
            </a:lvl4pPr>
            <a:lvl5pPr algn="l">
              <a:buNone/>
              <a:defRPr sz="1725" b="1" i="0">
                <a:solidFill>
                  <a:srgbClr val="FFFFFF"/>
                </a:solidFill>
              </a:defRPr>
            </a:lvl5pPr>
            <a:lvl6pPr algn="l">
              <a:buNone/>
              <a:defRPr sz="1725" b="1" i="0">
                <a:solidFill>
                  <a:srgbClr val="FFFFFF"/>
                </a:solidFill>
              </a:defRPr>
            </a:lvl6pPr>
            <a:lvl7pPr algn="l">
              <a:buNone/>
              <a:defRPr sz="1725" b="1" i="0">
                <a:solidFill>
                  <a:srgbClr val="FFFFFF"/>
                </a:solidFill>
              </a:defRPr>
            </a:lvl7pPr>
            <a:lvl8pPr algn="l">
              <a:buNone/>
              <a:defRPr sz="1725" b="1" i="0">
                <a:solidFill>
                  <a:srgbClr val="FFFFFF"/>
                </a:solidFill>
              </a:defRPr>
            </a:lvl8pPr>
            <a:lvl9pPr algn="l">
              <a:buNone/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Agree the pilot scope, nominate the school lead, approve the data set, and schedule the demonstration.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08CCC-4244-4EFF-B477-3A43C9D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8FB0C6"/>
                </a:solidFill>
              </a:defRPr>
            </a:defPPr>
            <a:lvl1pPr algn="l">
              <a:buNone/>
              <a:defRPr sz="1125" b="0" i="0">
                <a:solidFill>
                  <a:srgbClr val="8FB0C6"/>
                </a:solidFill>
              </a:defRPr>
            </a:lvl1pPr>
            <a:lvl2pPr algn="l">
              <a:buNone/>
              <a:defRPr sz="1125" b="0" i="0">
                <a:solidFill>
                  <a:srgbClr val="8FB0C6"/>
                </a:solidFill>
              </a:defRPr>
            </a:lvl2pPr>
            <a:lvl3pPr algn="l">
              <a:buNone/>
              <a:defRPr sz="1125" b="0" i="0">
                <a:solidFill>
                  <a:srgbClr val="8FB0C6"/>
                </a:solidFill>
              </a:defRPr>
            </a:lvl3pPr>
            <a:lvl4pPr algn="l">
              <a:buNone/>
              <a:defRPr sz="1125" b="0" i="0">
                <a:solidFill>
                  <a:srgbClr val="8FB0C6"/>
                </a:solidFill>
              </a:defRPr>
            </a:lvl4pPr>
            <a:lvl5pPr algn="l">
              <a:buNone/>
              <a:defRPr sz="1125" b="0" i="0">
                <a:solidFill>
                  <a:srgbClr val="8FB0C6"/>
                </a:solidFill>
              </a:defRPr>
            </a:lvl5pPr>
            <a:lvl6pPr algn="l">
              <a:buNone/>
              <a:defRPr sz="1125" b="0" i="0">
                <a:solidFill>
                  <a:srgbClr val="8FB0C6"/>
                </a:solidFill>
              </a:defRPr>
            </a:lvl6pPr>
            <a:lvl7pPr algn="l">
              <a:buNone/>
              <a:defRPr sz="1125" b="0" i="0">
                <a:solidFill>
                  <a:srgbClr val="8FB0C6"/>
                </a:solidFill>
              </a:defRPr>
            </a:lvl7pPr>
            <a:lvl8pPr algn="l">
              <a:buNone/>
              <a:defRPr sz="1125" b="0" i="0">
                <a:solidFill>
                  <a:srgbClr val="8FB0C6"/>
                </a:solidFill>
              </a:defRPr>
            </a:lvl8pPr>
            <a:lvl9pPr algn="l">
              <a:buNone/>
              <a:defRPr sz="1125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8FB0C6"/>
                </a:solidFill>
              </a:defRPr>
            </a:pPr>
            <a:r>
              <a:rPr sz="1125" b="0" i="0">
                <a:solidFill>
                  <a:srgbClr val="8FB0C6"/>
                </a:solidFill>
              </a:rPr>
              <a:t>Nexatech School Operations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BB69-86EF-418A-913C-DA72E65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15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8FB0C6"/>
                </a:solidFill>
              </a:defRPr>
            </a:defPPr>
            <a:lvl1pPr algn="r">
              <a:buNone/>
              <a:defRPr sz="900" b="0" i="0">
                <a:solidFill>
                  <a:srgbClr val="8FB0C6"/>
                </a:solidFill>
              </a:defRPr>
            </a:lvl1pPr>
            <a:lvl2pPr algn="r">
              <a:buNone/>
              <a:defRPr sz="900" b="0" i="0">
                <a:solidFill>
                  <a:srgbClr val="8FB0C6"/>
                </a:solidFill>
              </a:defRPr>
            </a:lvl2pPr>
            <a:lvl3pPr algn="r">
              <a:buNone/>
              <a:defRPr sz="900" b="0" i="0">
                <a:solidFill>
                  <a:srgbClr val="8FB0C6"/>
                </a:solidFill>
              </a:defRPr>
            </a:lvl3pPr>
            <a:lvl4pPr algn="r">
              <a:buNone/>
              <a:defRPr sz="900" b="0" i="0">
                <a:solidFill>
                  <a:srgbClr val="8FB0C6"/>
                </a:solidFill>
              </a:defRPr>
            </a:lvl4pPr>
            <a:lvl5pPr algn="r">
              <a:buNone/>
              <a:defRPr sz="900" b="0" i="0">
                <a:solidFill>
                  <a:srgbClr val="8FB0C6"/>
                </a:solidFill>
              </a:defRPr>
            </a:lvl5pPr>
            <a:lvl6pPr algn="r">
              <a:buNone/>
              <a:defRPr sz="900" b="0" i="0">
                <a:solidFill>
                  <a:srgbClr val="8FB0C6"/>
                </a:solidFill>
              </a:defRPr>
            </a:lvl6pPr>
            <a:lvl7pPr algn="r">
              <a:buNone/>
              <a:defRPr sz="900" b="0" i="0">
                <a:solidFill>
                  <a:srgbClr val="8FB0C6"/>
                </a:solidFill>
              </a:defRPr>
            </a:lvl7pPr>
            <a:lvl8pPr algn="r">
              <a:buNone/>
              <a:defRPr sz="900" b="0" i="0">
                <a:solidFill>
                  <a:srgbClr val="8FB0C6"/>
                </a:solidFill>
              </a:defRPr>
            </a:lvl8pPr>
            <a:lvl9pPr algn="r">
              <a:buNone/>
              <a:defRPr sz="90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8FB0C6"/>
                </a:solidFill>
              </a:defRPr>
            </a:pPr>
            <a:r>
              <a:rPr sz="900" b="0" i="0">
                <a:solidFill>
                  <a:srgbClr val="8FB0C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6995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2026-10-21T17:52:05.2830000Z</dcterms:created>
  <dcterms:modified xsi:type="dcterms:W3CDTF">2026-10-21T17:52:05.2830000Z</dcterms:modified>
</coreProperties>
</file>